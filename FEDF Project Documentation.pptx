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8" r:id="rId6"/>
    <p:sldId id="261" r:id="rId7"/>
    <p:sldId id="275" r:id="rId8"/>
    <p:sldId id="276" r:id="rId9"/>
    <p:sldId id="262" r:id="rId10"/>
    <p:sldId id="270" r:id="rId11"/>
    <p:sldId id="263" r:id="rId12"/>
    <p:sldId id="269" r:id="rId13"/>
    <p:sldId id="271" r:id="rId14"/>
    <p:sldId id="272" r:id="rId15"/>
    <p:sldId id="273" r:id="rId16"/>
    <p:sldId id="274" r:id="rId17"/>
    <p:sldId id="277" r:id="rId18"/>
    <p:sldId id="278" r:id="rId19"/>
    <p:sldId id="279" r:id="rId20"/>
    <p:sldId id="264" r:id="rId21"/>
    <p:sldId id="265" r:id="rId22"/>
    <p:sldId id="266" r:id="rId23"/>
    <p:sldId id="267" r:id="rId24"/>
    <p:sldId id="280" r:id="rId25"/>
    <p:sldId id="291" r:id="rId26"/>
    <p:sldId id="281" r:id="rId27"/>
    <p:sldId id="282" r:id="rId28"/>
    <p:sldId id="283" r:id="rId29"/>
    <p:sldId id="284" r:id="rId30"/>
    <p:sldId id="285" r:id="rId31"/>
    <p:sldId id="286" r:id="rId32"/>
    <p:sldId id="288" r:id="rId33"/>
    <p:sldId id="287"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2859CE-33BF-4AA1-AC03-2ABD90D3B8CF}" v="65" dt="2026-07-02T13:56:24.5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46" d="100"/>
          <a:sy n="46" d="100"/>
        </p:scale>
        <p:origin x="58" y="8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Chandra" userId="56c23fed00759a0f" providerId="LiveId" clId="{B3C4C850-7254-4F91-A82D-B9BCD16A173E}"/>
    <pc:docChg chg="undo custSel addSld delSld modSld sldOrd">
      <pc:chgData name="Dhanush Chandra" userId="56c23fed00759a0f" providerId="LiveId" clId="{B3C4C850-7254-4F91-A82D-B9BCD16A173E}" dt="2026-07-02T14:09:14.175" v="670"/>
      <pc:docMkLst>
        <pc:docMk/>
      </pc:docMkLst>
      <pc:sldChg chg="modSp mod">
        <pc:chgData name="Dhanush Chandra" userId="56c23fed00759a0f" providerId="LiveId" clId="{B3C4C850-7254-4F91-A82D-B9BCD16A173E}" dt="2026-07-02T12:48:08.845" v="23" actId="14100"/>
        <pc:sldMkLst>
          <pc:docMk/>
          <pc:sldMk cId="2950606917" sldId="256"/>
        </pc:sldMkLst>
        <pc:picChg chg="mod">
          <ac:chgData name="Dhanush Chandra" userId="56c23fed00759a0f" providerId="LiveId" clId="{B3C4C850-7254-4F91-A82D-B9BCD16A173E}" dt="2026-07-02T12:48:08.845" v="23" actId="14100"/>
          <ac:picMkLst>
            <pc:docMk/>
            <pc:sldMk cId="2950606917" sldId="256"/>
            <ac:picMk id="20" creationId="{9D27B0F8-0B7E-47A1-A005-02443EAE847C}"/>
          </ac:picMkLst>
        </pc:picChg>
      </pc:sldChg>
      <pc:sldChg chg="addSp delSp modSp mod">
        <pc:chgData name="Dhanush Chandra" userId="56c23fed00759a0f" providerId="LiveId" clId="{B3C4C850-7254-4F91-A82D-B9BCD16A173E}" dt="2026-07-02T12:48:20.052" v="26" actId="14100"/>
        <pc:sldMkLst>
          <pc:docMk/>
          <pc:sldMk cId="1655895499" sldId="257"/>
        </pc:sldMkLst>
        <pc:picChg chg="del">
          <ac:chgData name="Dhanush Chandra" userId="56c23fed00759a0f" providerId="LiveId" clId="{B3C4C850-7254-4F91-A82D-B9BCD16A173E}" dt="2026-07-02T12:42:17.128" v="1" actId="21"/>
          <ac:picMkLst>
            <pc:docMk/>
            <pc:sldMk cId="1655895499" sldId="257"/>
            <ac:picMk id="5" creationId="{84DD24B0-55A1-C960-053C-A05E1E586170}"/>
          </ac:picMkLst>
        </pc:picChg>
        <pc:picChg chg="add del">
          <ac:chgData name="Dhanush Chandra" userId="56c23fed00759a0f" providerId="LiveId" clId="{B3C4C850-7254-4F91-A82D-B9BCD16A173E}" dt="2026-07-02T12:42:46.687" v="5" actId="21"/>
          <ac:picMkLst>
            <pc:docMk/>
            <pc:sldMk cId="1655895499" sldId="257"/>
            <ac:picMk id="7" creationId="{A402E82A-5A0D-551F-A862-5DDE009A4238}"/>
          </ac:picMkLst>
        </pc:picChg>
        <pc:picChg chg="add del">
          <ac:chgData name="Dhanush Chandra" userId="56c23fed00759a0f" providerId="LiveId" clId="{B3C4C850-7254-4F91-A82D-B9BCD16A173E}" dt="2026-07-02T12:42:43.959" v="4" actId="21"/>
          <ac:picMkLst>
            <pc:docMk/>
            <pc:sldMk cId="1655895499" sldId="257"/>
            <ac:picMk id="9" creationId="{1FD3F6C6-2887-36F6-4CF2-FA76C70E6B59}"/>
          </ac:picMkLst>
        </pc:picChg>
        <pc:picChg chg="add mod">
          <ac:chgData name="Dhanush Chandra" userId="56c23fed00759a0f" providerId="LiveId" clId="{B3C4C850-7254-4F91-A82D-B9BCD16A173E}" dt="2026-07-02T12:48:20.052" v="26" actId="14100"/>
          <ac:picMkLst>
            <pc:docMk/>
            <pc:sldMk cId="1655895499" sldId="257"/>
            <ac:picMk id="11" creationId="{B610E929-3815-8526-E0F3-E8C4B85AC7EB}"/>
          </ac:picMkLst>
        </pc:picChg>
      </pc:sldChg>
      <pc:sldChg chg="addSp modSp new del mod">
        <pc:chgData name="Dhanush Chandra" userId="56c23fed00759a0f" providerId="LiveId" clId="{B3C4C850-7254-4F91-A82D-B9BCD16A173E}" dt="2026-07-02T12:49:07.906" v="28" actId="2696"/>
        <pc:sldMkLst>
          <pc:docMk/>
          <pc:sldMk cId="3894167844" sldId="258"/>
        </pc:sldMkLst>
        <pc:picChg chg="add mod">
          <ac:chgData name="Dhanush Chandra" userId="56c23fed00759a0f" providerId="LiveId" clId="{B3C4C850-7254-4F91-A82D-B9BCD16A173E}" dt="2026-07-02T12:48:15.066" v="25" actId="1076"/>
          <ac:picMkLst>
            <pc:docMk/>
            <pc:sldMk cId="3894167844" sldId="258"/>
            <ac:picMk id="3" creationId="{36F173B8-EEC4-3283-50F0-39D03D9EE912}"/>
          </ac:picMkLst>
        </pc:picChg>
      </pc:sldChg>
      <pc:sldChg chg="addSp modSp new mod">
        <pc:chgData name="Dhanush Chandra" userId="56c23fed00759a0f" providerId="LiveId" clId="{B3C4C850-7254-4F91-A82D-B9BCD16A173E}" dt="2026-07-02T12:56:49.443" v="37" actId="1076"/>
        <pc:sldMkLst>
          <pc:docMk/>
          <pc:sldMk cId="2509537913" sldId="259"/>
        </pc:sldMkLst>
        <pc:picChg chg="add mod">
          <ac:chgData name="Dhanush Chandra" userId="56c23fed00759a0f" providerId="LiveId" clId="{B3C4C850-7254-4F91-A82D-B9BCD16A173E}" dt="2026-07-02T12:56:49.443" v="37" actId="1076"/>
          <ac:picMkLst>
            <pc:docMk/>
            <pc:sldMk cId="2509537913" sldId="259"/>
            <ac:picMk id="3" creationId="{570F9AC4-536C-DD0A-96F8-A51D44C3363A}"/>
          </ac:picMkLst>
        </pc:picChg>
      </pc:sldChg>
      <pc:sldChg chg="new del">
        <pc:chgData name="Dhanush Chandra" userId="56c23fed00759a0f" providerId="LiveId" clId="{B3C4C850-7254-4F91-A82D-B9BCD16A173E}" dt="2026-07-02T13:03:04.586" v="39" actId="2696"/>
        <pc:sldMkLst>
          <pc:docMk/>
          <pc:sldMk cId="1677206117" sldId="260"/>
        </pc:sldMkLst>
      </pc:sldChg>
      <pc:sldChg chg="modSp new del mod">
        <pc:chgData name="Dhanush Chandra" userId="56c23fed00759a0f" providerId="LiveId" clId="{B3C4C850-7254-4F91-A82D-B9BCD16A173E}" dt="2026-07-02T13:03:28.903" v="42" actId="2696"/>
        <pc:sldMkLst>
          <pc:docMk/>
          <pc:sldMk cId="1819812302" sldId="260"/>
        </pc:sldMkLst>
        <pc:spChg chg="mod">
          <ac:chgData name="Dhanush Chandra" userId="56c23fed00759a0f" providerId="LiveId" clId="{B3C4C850-7254-4F91-A82D-B9BCD16A173E}" dt="2026-07-02T13:03:19.796" v="41" actId="14100"/>
          <ac:spMkLst>
            <pc:docMk/>
            <pc:sldMk cId="1819812302" sldId="260"/>
            <ac:spMk id="2" creationId="{417D18A3-5C3D-8935-292B-501B95ED50B3}"/>
          </ac:spMkLst>
        </pc:spChg>
      </pc:sldChg>
      <pc:sldChg chg="addSp delSp modSp new mod">
        <pc:chgData name="Dhanush Chandra" userId="56c23fed00759a0f" providerId="LiveId" clId="{B3C4C850-7254-4F91-A82D-B9BCD16A173E}" dt="2026-07-02T13:07:31.030" v="264" actId="21"/>
        <pc:sldMkLst>
          <pc:docMk/>
          <pc:sldMk cId="1905143781" sldId="260"/>
        </pc:sldMkLst>
        <pc:spChg chg="mod">
          <ac:chgData name="Dhanush Chandra" userId="56c23fed00759a0f" providerId="LiveId" clId="{B3C4C850-7254-4F91-A82D-B9BCD16A173E}" dt="2026-07-02T13:04:05.439" v="45" actId="1076"/>
          <ac:spMkLst>
            <pc:docMk/>
            <pc:sldMk cId="1905143781" sldId="260"/>
            <ac:spMk id="2" creationId="{D5EA6BD5-F328-9876-0AC3-F47CBA60454D}"/>
          </ac:spMkLst>
        </pc:spChg>
        <pc:spChg chg="mod">
          <ac:chgData name="Dhanush Chandra" userId="56c23fed00759a0f" providerId="LiveId" clId="{B3C4C850-7254-4F91-A82D-B9BCD16A173E}" dt="2026-07-02T13:07:22.799" v="263" actId="20577"/>
          <ac:spMkLst>
            <pc:docMk/>
            <pc:sldMk cId="1905143781" sldId="260"/>
            <ac:spMk id="3" creationId="{DCCCA9B7-DB1B-AC7C-29AF-27615F63340A}"/>
          </ac:spMkLst>
        </pc:spChg>
        <pc:graphicFrameChg chg="add del mod modGraphic">
          <ac:chgData name="Dhanush Chandra" userId="56c23fed00759a0f" providerId="LiveId" clId="{B3C4C850-7254-4F91-A82D-B9BCD16A173E}" dt="2026-07-02T13:07:31.030" v="264" actId="21"/>
          <ac:graphicFrameMkLst>
            <pc:docMk/>
            <pc:sldMk cId="1905143781" sldId="260"/>
            <ac:graphicFrameMk id="4" creationId="{AE108A71-89CD-53B8-5D39-C1490562526B}"/>
          </ac:graphicFrameMkLst>
        </pc:graphicFrameChg>
      </pc:sldChg>
      <pc:sldChg chg="modSp new mod">
        <pc:chgData name="Dhanush Chandra" userId="56c23fed00759a0f" providerId="LiveId" clId="{B3C4C850-7254-4F91-A82D-B9BCD16A173E}" dt="2026-07-02T13:09:16.247" v="270" actId="1076"/>
        <pc:sldMkLst>
          <pc:docMk/>
          <pc:sldMk cId="2667711896" sldId="261"/>
        </pc:sldMkLst>
        <pc:spChg chg="mod">
          <ac:chgData name="Dhanush Chandra" userId="56c23fed00759a0f" providerId="LiveId" clId="{B3C4C850-7254-4F91-A82D-B9BCD16A173E}" dt="2026-07-02T13:09:16.247" v="270" actId="1076"/>
          <ac:spMkLst>
            <pc:docMk/>
            <pc:sldMk cId="2667711896" sldId="261"/>
            <ac:spMk id="2" creationId="{7A8B4B29-857D-42B2-2D9C-4A873C69282F}"/>
          </ac:spMkLst>
        </pc:spChg>
        <pc:spChg chg="mod">
          <ac:chgData name="Dhanush Chandra" userId="56c23fed00759a0f" providerId="LiveId" clId="{B3C4C850-7254-4F91-A82D-B9BCD16A173E}" dt="2026-07-02T13:09:12.026" v="269" actId="1076"/>
          <ac:spMkLst>
            <pc:docMk/>
            <pc:sldMk cId="2667711896" sldId="261"/>
            <ac:spMk id="3" creationId="{646645BA-EF97-4CB7-FAAF-7AD378BAD3A3}"/>
          </ac:spMkLst>
        </pc:spChg>
      </pc:sldChg>
      <pc:sldChg chg="new del">
        <pc:chgData name="Dhanush Chandra" userId="56c23fed00759a0f" providerId="LiveId" clId="{B3C4C850-7254-4F91-A82D-B9BCD16A173E}" dt="2026-07-02T13:09:27.259" v="272" actId="2696"/>
        <pc:sldMkLst>
          <pc:docMk/>
          <pc:sldMk cId="1987949839" sldId="262"/>
        </pc:sldMkLst>
      </pc:sldChg>
      <pc:sldChg chg="modSp new mod">
        <pc:chgData name="Dhanush Chandra" userId="56c23fed00759a0f" providerId="LiveId" clId="{B3C4C850-7254-4F91-A82D-B9BCD16A173E}" dt="2026-07-02T13:11:32.567" v="294" actId="27636"/>
        <pc:sldMkLst>
          <pc:docMk/>
          <pc:sldMk cId="2136297252" sldId="262"/>
        </pc:sldMkLst>
        <pc:spChg chg="mod">
          <ac:chgData name="Dhanush Chandra" userId="56c23fed00759a0f" providerId="LiveId" clId="{B3C4C850-7254-4F91-A82D-B9BCD16A173E}" dt="2026-07-02T13:10:38.743" v="279" actId="14100"/>
          <ac:spMkLst>
            <pc:docMk/>
            <pc:sldMk cId="2136297252" sldId="262"/>
            <ac:spMk id="2" creationId="{07CAE820-0921-814A-1D2B-0C48E0EF31E6}"/>
          </ac:spMkLst>
        </pc:spChg>
        <pc:spChg chg="mod">
          <ac:chgData name="Dhanush Chandra" userId="56c23fed00759a0f" providerId="LiveId" clId="{B3C4C850-7254-4F91-A82D-B9BCD16A173E}" dt="2026-07-02T13:11:32.567" v="294" actId="27636"/>
          <ac:spMkLst>
            <pc:docMk/>
            <pc:sldMk cId="2136297252" sldId="262"/>
            <ac:spMk id="3" creationId="{3B591B87-BEF3-0003-8F3B-B53C25B08A1B}"/>
          </ac:spMkLst>
        </pc:spChg>
      </pc:sldChg>
      <pc:sldChg chg="modSp new mod">
        <pc:chgData name="Dhanush Chandra" userId="56c23fed00759a0f" providerId="LiveId" clId="{B3C4C850-7254-4F91-A82D-B9BCD16A173E}" dt="2026-07-02T13:26:12.320" v="397" actId="20577"/>
        <pc:sldMkLst>
          <pc:docMk/>
          <pc:sldMk cId="3560399596" sldId="263"/>
        </pc:sldMkLst>
        <pc:spChg chg="mod">
          <ac:chgData name="Dhanush Chandra" userId="56c23fed00759a0f" providerId="LiveId" clId="{B3C4C850-7254-4F91-A82D-B9BCD16A173E}" dt="2026-07-02T13:26:12.320" v="397" actId="20577"/>
          <ac:spMkLst>
            <pc:docMk/>
            <pc:sldMk cId="3560399596" sldId="263"/>
            <ac:spMk id="2" creationId="{1D2B0583-D92B-5065-0C1C-E9E062190BE6}"/>
          </ac:spMkLst>
        </pc:spChg>
        <pc:spChg chg="mod">
          <ac:chgData name="Dhanush Chandra" userId="56c23fed00759a0f" providerId="LiveId" clId="{B3C4C850-7254-4F91-A82D-B9BCD16A173E}" dt="2026-07-02T13:22:12.211" v="383" actId="27636"/>
          <ac:spMkLst>
            <pc:docMk/>
            <pc:sldMk cId="3560399596" sldId="263"/>
            <ac:spMk id="3" creationId="{6D14D371-D2D5-D137-4070-BC0B500F71A9}"/>
          </ac:spMkLst>
        </pc:spChg>
      </pc:sldChg>
      <pc:sldChg chg="addSp modSp new mod">
        <pc:chgData name="Dhanush Chandra" userId="56c23fed00759a0f" providerId="LiveId" clId="{B3C4C850-7254-4F91-A82D-B9BCD16A173E}" dt="2026-07-02T13:42:59.745" v="542" actId="1076"/>
        <pc:sldMkLst>
          <pc:docMk/>
          <pc:sldMk cId="1787890120" sldId="264"/>
        </pc:sldMkLst>
        <pc:spChg chg="add mod">
          <ac:chgData name="Dhanush Chandra" userId="56c23fed00759a0f" providerId="LiveId" clId="{B3C4C850-7254-4F91-A82D-B9BCD16A173E}" dt="2026-07-02T13:42:59.745" v="542" actId="1076"/>
          <ac:spMkLst>
            <pc:docMk/>
            <pc:sldMk cId="1787890120" sldId="264"/>
            <ac:spMk id="4" creationId="{0F39C325-998A-05BC-3143-375BA7817A0E}"/>
          </ac:spMkLst>
        </pc:spChg>
        <pc:picChg chg="add mod">
          <ac:chgData name="Dhanush Chandra" userId="56c23fed00759a0f" providerId="LiveId" clId="{B3C4C850-7254-4F91-A82D-B9BCD16A173E}" dt="2026-07-02T13:41:39.888" v="493" actId="1076"/>
          <ac:picMkLst>
            <pc:docMk/>
            <pc:sldMk cId="1787890120" sldId="264"/>
            <ac:picMk id="3" creationId="{A94CDD90-E5C1-1949-3461-D17AF63A742C}"/>
          </ac:picMkLst>
        </pc:picChg>
      </pc:sldChg>
      <pc:sldChg chg="addSp modSp new mod">
        <pc:chgData name="Dhanush Chandra" userId="56c23fed00759a0f" providerId="LiveId" clId="{B3C4C850-7254-4F91-A82D-B9BCD16A173E}" dt="2026-07-02T13:15:41.222" v="312" actId="14100"/>
        <pc:sldMkLst>
          <pc:docMk/>
          <pc:sldMk cId="4183348439" sldId="265"/>
        </pc:sldMkLst>
        <pc:picChg chg="add mod">
          <ac:chgData name="Dhanush Chandra" userId="56c23fed00759a0f" providerId="LiveId" clId="{B3C4C850-7254-4F91-A82D-B9BCD16A173E}" dt="2026-07-02T13:15:41.222" v="312" actId="14100"/>
          <ac:picMkLst>
            <pc:docMk/>
            <pc:sldMk cId="4183348439" sldId="265"/>
            <ac:picMk id="3" creationId="{77587DBB-D1E7-6B01-984F-3DF37FB9A85D}"/>
          </ac:picMkLst>
        </pc:picChg>
      </pc:sldChg>
      <pc:sldChg chg="addSp modSp new mod">
        <pc:chgData name="Dhanush Chandra" userId="56c23fed00759a0f" providerId="LiveId" clId="{B3C4C850-7254-4F91-A82D-B9BCD16A173E}" dt="2026-07-02T13:17:32.769" v="330" actId="1076"/>
        <pc:sldMkLst>
          <pc:docMk/>
          <pc:sldMk cId="412141415" sldId="266"/>
        </pc:sldMkLst>
        <pc:picChg chg="add mod">
          <ac:chgData name="Dhanush Chandra" userId="56c23fed00759a0f" providerId="LiveId" clId="{B3C4C850-7254-4F91-A82D-B9BCD16A173E}" dt="2026-07-02T13:17:32.769" v="330" actId="1076"/>
          <ac:picMkLst>
            <pc:docMk/>
            <pc:sldMk cId="412141415" sldId="266"/>
            <ac:picMk id="3" creationId="{0CE4DB14-641C-5B61-48A3-265625DDB3FA}"/>
          </ac:picMkLst>
        </pc:picChg>
      </pc:sldChg>
      <pc:sldChg chg="addSp modSp new mod">
        <pc:chgData name="Dhanush Chandra" userId="56c23fed00759a0f" providerId="LiveId" clId="{B3C4C850-7254-4F91-A82D-B9BCD16A173E}" dt="2026-07-02T13:17:26.980" v="328" actId="1076"/>
        <pc:sldMkLst>
          <pc:docMk/>
          <pc:sldMk cId="621987826" sldId="267"/>
        </pc:sldMkLst>
        <pc:picChg chg="add mod">
          <ac:chgData name="Dhanush Chandra" userId="56c23fed00759a0f" providerId="LiveId" clId="{B3C4C850-7254-4F91-A82D-B9BCD16A173E}" dt="2026-07-02T13:17:26.980" v="328" actId="1076"/>
          <ac:picMkLst>
            <pc:docMk/>
            <pc:sldMk cId="621987826" sldId="267"/>
            <ac:picMk id="3" creationId="{3731FFB5-2380-0D31-FA57-695C6B11ED4D}"/>
          </ac:picMkLst>
        </pc:picChg>
      </pc:sldChg>
      <pc:sldChg chg="modSp new mod">
        <pc:chgData name="Dhanush Chandra" userId="56c23fed00759a0f" providerId="LiveId" clId="{B3C4C850-7254-4F91-A82D-B9BCD16A173E}" dt="2026-07-02T13:19:52.004" v="338" actId="27636"/>
        <pc:sldMkLst>
          <pc:docMk/>
          <pc:sldMk cId="140346040" sldId="268"/>
        </pc:sldMkLst>
        <pc:spChg chg="mod">
          <ac:chgData name="Dhanush Chandra" userId="56c23fed00759a0f" providerId="LiveId" clId="{B3C4C850-7254-4F91-A82D-B9BCD16A173E}" dt="2026-07-02T13:19:27.774" v="335" actId="20577"/>
          <ac:spMkLst>
            <pc:docMk/>
            <pc:sldMk cId="140346040" sldId="268"/>
            <ac:spMk id="2" creationId="{521AFB50-08C3-6660-59A9-3AE346B52A14}"/>
          </ac:spMkLst>
        </pc:spChg>
        <pc:spChg chg="mod">
          <ac:chgData name="Dhanush Chandra" userId="56c23fed00759a0f" providerId="LiveId" clId="{B3C4C850-7254-4F91-A82D-B9BCD16A173E}" dt="2026-07-02T13:19:52.004" v="338" actId="27636"/>
          <ac:spMkLst>
            <pc:docMk/>
            <pc:sldMk cId="140346040" sldId="268"/>
            <ac:spMk id="3" creationId="{F940F99E-D47B-A322-7BC1-3D93E56A7378}"/>
          </ac:spMkLst>
        </pc:spChg>
      </pc:sldChg>
      <pc:sldChg chg="modSp new mod">
        <pc:chgData name="Dhanush Chandra" userId="56c23fed00759a0f" providerId="LiveId" clId="{B3C4C850-7254-4F91-A82D-B9BCD16A173E}" dt="2026-07-02T13:30:02.767" v="422" actId="1076"/>
        <pc:sldMkLst>
          <pc:docMk/>
          <pc:sldMk cId="745213997" sldId="269"/>
        </pc:sldMkLst>
        <pc:spChg chg="mod">
          <ac:chgData name="Dhanush Chandra" userId="56c23fed00759a0f" providerId="LiveId" clId="{B3C4C850-7254-4F91-A82D-B9BCD16A173E}" dt="2026-07-02T13:29:57.745" v="421" actId="14100"/>
          <ac:spMkLst>
            <pc:docMk/>
            <pc:sldMk cId="745213997" sldId="269"/>
            <ac:spMk id="2" creationId="{9341EBB7-72C5-691A-C88A-0CC881FF5318}"/>
          </ac:spMkLst>
        </pc:spChg>
        <pc:spChg chg="mod">
          <ac:chgData name="Dhanush Chandra" userId="56c23fed00759a0f" providerId="LiveId" clId="{B3C4C850-7254-4F91-A82D-B9BCD16A173E}" dt="2026-07-02T13:30:02.767" v="422" actId="1076"/>
          <ac:spMkLst>
            <pc:docMk/>
            <pc:sldMk cId="745213997" sldId="269"/>
            <ac:spMk id="3" creationId="{72B254CB-93FF-7B2A-16AE-7A400E9C4D5D}"/>
          </ac:spMkLst>
        </pc:spChg>
      </pc:sldChg>
      <pc:sldChg chg="modSp new mod">
        <pc:chgData name="Dhanush Chandra" userId="56c23fed00759a0f" providerId="LiveId" clId="{B3C4C850-7254-4F91-A82D-B9BCD16A173E}" dt="2026-07-02T13:26:42.858" v="407" actId="1076"/>
        <pc:sldMkLst>
          <pc:docMk/>
          <pc:sldMk cId="3868460134" sldId="270"/>
        </pc:sldMkLst>
        <pc:spChg chg="mod">
          <ac:chgData name="Dhanush Chandra" userId="56c23fed00759a0f" providerId="LiveId" clId="{B3C4C850-7254-4F91-A82D-B9BCD16A173E}" dt="2026-07-02T13:26:42.858" v="407" actId="1076"/>
          <ac:spMkLst>
            <pc:docMk/>
            <pc:sldMk cId="3868460134" sldId="270"/>
            <ac:spMk id="2" creationId="{BE82DC24-13EA-4CAB-9D4E-99AE8FAD7CA8}"/>
          </ac:spMkLst>
        </pc:spChg>
        <pc:spChg chg="mod">
          <ac:chgData name="Dhanush Chandra" userId="56c23fed00759a0f" providerId="LiveId" clId="{B3C4C850-7254-4F91-A82D-B9BCD16A173E}" dt="2026-07-02T13:26:38.555" v="406" actId="1076"/>
          <ac:spMkLst>
            <pc:docMk/>
            <pc:sldMk cId="3868460134" sldId="270"/>
            <ac:spMk id="3" creationId="{78D30860-1787-CB79-2F51-2316BAED95AA}"/>
          </ac:spMkLst>
        </pc:spChg>
      </pc:sldChg>
      <pc:sldChg chg="modSp new mod ord">
        <pc:chgData name="Dhanush Chandra" userId="56c23fed00759a0f" providerId="LiveId" clId="{B3C4C850-7254-4F91-A82D-B9BCD16A173E}" dt="2026-07-02T13:31:54.410" v="434"/>
        <pc:sldMkLst>
          <pc:docMk/>
          <pc:sldMk cId="1434469745" sldId="271"/>
        </pc:sldMkLst>
        <pc:spChg chg="mod">
          <ac:chgData name="Dhanush Chandra" userId="56c23fed00759a0f" providerId="LiveId" clId="{B3C4C850-7254-4F91-A82D-B9BCD16A173E}" dt="2026-07-02T13:31:01.642" v="427" actId="1076"/>
          <ac:spMkLst>
            <pc:docMk/>
            <pc:sldMk cId="1434469745" sldId="271"/>
            <ac:spMk id="2" creationId="{88140756-9BE4-42AA-EC67-4BA57BD583D7}"/>
          </ac:spMkLst>
        </pc:spChg>
        <pc:spChg chg="mod">
          <ac:chgData name="Dhanush Chandra" userId="56c23fed00759a0f" providerId="LiveId" clId="{B3C4C850-7254-4F91-A82D-B9BCD16A173E}" dt="2026-07-02T13:31:15.651" v="429" actId="27636"/>
          <ac:spMkLst>
            <pc:docMk/>
            <pc:sldMk cId="1434469745" sldId="271"/>
            <ac:spMk id="3" creationId="{B33F705D-261C-D642-C70F-776A290264CF}"/>
          </ac:spMkLst>
        </pc:spChg>
      </pc:sldChg>
      <pc:sldChg chg="addSp modSp new mod ord">
        <pc:chgData name="Dhanush Chandra" userId="56c23fed00759a0f" providerId="LiveId" clId="{B3C4C850-7254-4F91-A82D-B9BCD16A173E}" dt="2026-07-02T13:32:17.587" v="438" actId="1076"/>
        <pc:sldMkLst>
          <pc:docMk/>
          <pc:sldMk cId="3694208751" sldId="272"/>
        </pc:sldMkLst>
        <pc:spChg chg="add mod">
          <ac:chgData name="Dhanush Chandra" userId="56c23fed00759a0f" providerId="LiveId" clId="{B3C4C850-7254-4F91-A82D-B9BCD16A173E}" dt="2026-07-02T13:32:17.587" v="438" actId="1076"/>
          <ac:spMkLst>
            <pc:docMk/>
            <pc:sldMk cId="3694208751" sldId="272"/>
            <ac:spMk id="2" creationId="{7EBA8BC3-4201-7A16-743F-A29401E219CD}"/>
          </ac:spMkLst>
        </pc:spChg>
      </pc:sldChg>
      <pc:sldChg chg="modSp new mod ord">
        <pc:chgData name="Dhanush Chandra" userId="56c23fed00759a0f" providerId="LiveId" clId="{B3C4C850-7254-4F91-A82D-B9BCD16A173E}" dt="2026-07-02T13:34:24.046" v="460" actId="120"/>
        <pc:sldMkLst>
          <pc:docMk/>
          <pc:sldMk cId="1029111238" sldId="273"/>
        </pc:sldMkLst>
        <pc:spChg chg="mod">
          <ac:chgData name="Dhanush Chandra" userId="56c23fed00759a0f" providerId="LiveId" clId="{B3C4C850-7254-4F91-A82D-B9BCD16A173E}" dt="2026-07-02T13:33:51.029" v="455" actId="1076"/>
          <ac:spMkLst>
            <pc:docMk/>
            <pc:sldMk cId="1029111238" sldId="273"/>
            <ac:spMk id="2" creationId="{20D94667-4F1A-E0EC-61C2-FB86BC7A9D50}"/>
          </ac:spMkLst>
        </pc:spChg>
        <pc:spChg chg="mod">
          <ac:chgData name="Dhanush Chandra" userId="56c23fed00759a0f" providerId="LiveId" clId="{B3C4C850-7254-4F91-A82D-B9BCD16A173E}" dt="2026-07-02T13:34:24.046" v="460" actId="120"/>
          <ac:spMkLst>
            <pc:docMk/>
            <pc:sldMk cId="1029111238" sldId="273"/>
            <ac:spMk id="3" creationId="{CFEB359F-4CA3-0347-D3F5-CB7F2BB9A7C8}"/>
          </ac:spMkLst>
        </pc:spChg>
      </pc:sldChg>
      <pc:sldChg chg="new del">
        <pc:chgData name="Dhanush Chandra" userId="56c23fed00759a0f" providerId="LiveId" clId="{B3C4C850-7254-4F91-A82D-B9BCD16A173E}" dt="2026-07-02T13:32:52.912" v="440" actId="2696"/>
        <pc:sldMkLst>
          <pc:docMk/>
          <pc:sldMk cId="4032319092" sldId="273"/>
        </pc:sldMkLst>
      </pc:sldChg>
      <pc:sldChg chg="modSp new mod">
        <pc:chgData name="Dhanush Chandra" userId="56c23fed00759a0f" providerId="LiveId" clId="{B3C4C850-7254-4F91-A82D-B9BCD16A173E}" dt="2026-07-02T13:39:32.514" v="480"/>
        <pc:sldMkLst>
          <pc:docMk/>
          <pc:sldMk cId="627369372" sldId="274"/>
        </pc:sldMkLst>
        <pc:spChg chg="mod">
          <ac:chgData name="Dhanush Chandra" userId="56c23fed00759a0f" providerId="LiveId" clId="{B3C4C850-7254-4F91-A82D-B9BCD16A173E}" dt="2026-07-02T13:39:23.675" v="479"/>
          <ac:spMkLst>
            <pc:docMk/>
            <pc:sldMk cId="627369372" sldId="274"/>
            <ac:spMk id="2" creationId="{5B7F13EF-3261-C51B-60DB-B134C4C388D8}"/>
          </ac:spMkLst>
        </pc:spChg>
        <pc:spChg chg="mod">
          <ac:chgData name="Dhanush Chandra" userId="56c23fed00759a0f" providerId="LiveId" clId="{B3C4C850-7254-4F91-A82D-B9BCD16A173E}" dt="2026-07-02T13:39:32.514" v="480"/>
          <ac:spMkLst>
            <pc:docMk/>
            <pc:sldMk cId="627369372" sldId="274"/>
            <ac:spMk id="3" creationId="{B7D44347-6799-BA03-CB58-67247953514F}"/>
          </ac:spMkLst>
        </pc:spChg>
      </pc:sldChg>
      <pc:sldChg chg="add del">
        <pc:chgData name="Dhanush Chandra" userId="56c23fed00759a0f" providerId="LiveId" clId="{B3C4C850-7254-4F91-A82D-B9BCD16A173E}" dt="2026-07-02T13:33:04.120" v="445"/>
        <pc:sldMkLst>
          <pc:docMk/>
          <pc:sldMk cId="2544975610" sldId="274"/>
        </pc:sldMkLst>
      </pc:sldChg>
      <pc:sldChg chg="add del">
        <pc:chgData name="Dhanush Chandra" userId="56c23fed00759a0f" providerId="LiveId" clId="{B3C4C850-7254-4F91-A82D-B9BCD16A173E}" dt="2026-07-02T13:33:22.117" v="449"/>
        <pc:sldMkLst>
          <pc:docMk/>
          <pc:sldMk cId="3630962936" sldId="274"/>
        </pc:sldMkLst>
      </pc:sldChg>
      <pc:sldChg chg="add del">
        <pc:chgData name="Dhanush Chandra" userId="56c23fed00759a0f" providerId="LiveId" clId="{B3C4C850-7254-4F91-A82D-B9BCD16A173E}" dt="2026-07-02T13:33:07.968" v="447"/>
        <pc:sldMkLst>
          <pc:docMk/>
          <pc:sldMk cId="4231280439" sldId="274"/>
        </pc:sldMkLst>
      </pc:sldChg>
      <pc:sldChg chg="delSp modSp new mod">
        <pc:chgData name="Dhanush Chandra" userId="56c23fed00759a0f" providerId="LiveId" clId="{B3C4C850-7254-4F91-A82D-B9BCD16A173E}" dt="2026-07-02T13:35:45.889" v="468" actId="1076"/>
        <pc:sldMkLst>
          <pc:docMk/>
          <pc:sldMk cId="3585384087" sldId="275"/>
        </pc:sldMkLst>
        <pc:spChg chg="del">
          <ac:chgData name="Dhanush Chandra" userId="56c23fed00759a0f" providerId="LiveId" clId="{B3C4C850-7254-4F91-A82D-B9BCD16A173E}" dt="2026-07-02T13:35:37.224" v="465" actId="21"/>
          <ac:spMkLst>
            <pc:docMk/>
            <pc:sldMk cId="3585384087" sldId="275"/>
            <ac:spMk id="2" creationId="{531C3B5A-B30D-B9E3-EF7C-94C61E48613A}"/>
          </ac:spMkLst>
        </pc:spChg>
        <pc:spChg chg="mod">
          <ac:chgData name="Dhanush Chandra" userId="56c23fed00759a0f" providerId="LiveId" clId="{B3C4C850-7254-4F91-A82D-B9BCD16A173E}" dt="2026-07-02T13:35:45.889" v="468" actId="1076"/>
          <ac:spMkLst>
            <pc:docMk/>
            <pc:sldMk cId="3585384087" sldId="275"/>
            <ac:spMk id="3" creationId="{CF5FE929-6EF8-0FCB-E448-C1B64EE0E7D5}"/>
          </ac:spMkLst>
        </pc:spChg>
      </pc:sldChg>
      <pc:sldChg chg="delSp modSp new mod">
        <pc:chgData name="Dhanush Chandra" userId="56c23fed00759a0f" providerId="LiveId" clId="{B3C4C850-7254-4F91-A82D-B9BCD16A173E}" dt="2026-07-02T13:36:26.254" v="474" actId="1076"/>
        <pc:sldMkLst>
          <pc:docMk/>
          <pc:sldMk cId="694241235" sldId="276"/>
        </pc:sldMkLst>
        <pc:spChg chg="del">
          <ac:chgData name="Dhanush Chandra" userId="56c23fed00759a0f" providerId="LiveId" clId="{B3C4C850-7254-4F91-A82D-B9BCD16A173E}" dt="2026-07-02T13:36:12.886" v="471" actId="21"/>
          <ac:spMkLst>
            <pc:docMk/>
            <pc:sldMk cId="694241235" sldId="276"/>
            <ac:spMk id="2" creationId="{C4B57BCE-213F-30DA-2C4F-B97F698E29D2}"/>
          </ac:spMkLst>
        </pc:spChg>
        <pc:spChg chg="mod">
          <ac:chgData name="Dhanush Chandra" userId="56c23fed00759a0f" providerId="LiveId" clId="{B3C4C850-7254-4F91-A82D-B9BCD16A173E}" dt="2026-07-02T13:36:26.254" v="474" actId="1076"/>
          <ac:spMkLst>
            <pc:docMk/>
            <pc:sldMk cId="694241235" sldId="276"/>
            <ac:spMk id="3" creationId="{A1AA1598-74CC-CBFA-31F5-7C5769401C98}"/>
          </ac:spMkLst>
        </pc:spChg>
      </pc:sldChg>
      <pc:sldChg chg="addSp modSp new mod">
        <pc:chgData name="Dhanush Chandra" userId="56c23fed00759a0f" providerId="LiveId" clId="{B3C4C850-7254-4F91-A82D-B9BCD16A173E}" dt="2026-07-02T13:40:06.449" v="484" actId="14100"/>
        <pc:sldMkLst>
          <pc:docMk/>
          <pc:sldMk cId="2732375996" sldId="277"/>
        </pc:sldMkLst>
        <pc:picChg chg="add mod">
          <ac:chgData name="Dhanush Chandra" userId="56c23fed00759a0f" providerId="LiveId" clId="{B3C4C850-7254-4F91-A82D-B9BCD16A173E}" dt="2026-07-02T13:40:06.449" v="484" actId="14100"/>
          <ac:picMkLst>
            <pc:docMk/>
            <pc:sldMk cId="2732375996" sldId="277"/>
            <ac:picMk id="3" creationId="{D0F59714-3A62-3705-7E76-94D0011358D9}"/>
          </ac:picMkLst>
        </pc:picChg>
      </pc:sldChg>
      <pc:sldChg chg="addSp modSp new mod">
        <pc:chgData name="Dhanush Chandra" userId="56c23fed00759a0f" providerId="LiveId" clId="{B3C4C850-7254-4F91-A82D-B9BCD16A173E}" dt="2026-07-02T13:40:35.703" v="488" actId="14100"/>
        <pc:sldMkLst>
          <pc:docMk/>
          <pc:sldMk cId="3143676907" sldId="278"/>
        </pc:sldMkLst>
        <pc:picChg chg="add mod">
          <ac:chgData name="Dhanush Chandra" userId="56c23fed00759a0f" providerId="LiveId" clId="{B3C4C850-7254-4F91-A82D-B9BCD16A173E}" dt="2026-07-02T13:40:35.703" v="488" actId="14100"/>
          <ac:picMkLst>
            <pc:docMk/>
            <pc:sldMk cId="3143676907" sldId="278"/>
            <ac:picMk id="3" creationId="{066BE098-8432-AA26-9926-5C2C6C83B574}"/>
          </ac:picMkLst>
        </pc:picChg>
      </pc:sldChg>
      <pc:sldChg chg="addSp modSp new mod">
        <pc:chgData name="Dhanush Chandra" userId="56c23fed00759a0f" providerId="LiveId" clId="{B3C4C850-7254-4F91-A82D-B9BCD16A173E}" dt="2026-07-02T13:40:58.964" v="492" actId="14100"/>
        <pc:sldMkLst>
          <pc:docMk/>
          <pc:sldMk cId="1931030245" sldId="279"/>
        </pc:sldMkLst>
        <pc:picChg chg="add mod">
          <ac:chgData name="Dhanush Chandra" userId="56c23fed00759a0f" providerId="LiveId" clId="{B3C4C850-7254-4F91-A82D-B9BCD16A173E}" dt="2026-07-02T13:40:58.964" v="492" actId="14100"/>
          <ac:picMkLst>
            <pc:docMk/>
            <pc:sldMk cId="1931030245" sldId="279"/>
            <ac:picMk id="3" creationId="{39A740C7-74CF-8B0C-3C2B-49E15039A3BC}"/>
          </ac:picMkLst>
        </pc:picChg>
      </pc:sldChg>
      <pc:sldChg chg="addSp modSp new mod modClrScheme chgLayout">
        <pc:chgData name="Dhanush Chandra" userId="56c23fed00759a0f" providerId="LiveId" clId="{B3C4C850-7254-4F91-A82D-B9BCD16A173E}" dt="2026-07-02T13:47:24.798" v="550"/>
        <pc:sldMkLst>
          <pc:docMk/>
          <pc:sldMk cId="2523625091" sldId="280"/>
        </pc:sldMkLst>
        <pc:spChg chg="add mod">
          <ac:chgData name="Dhanush Chandra" userId="56c23fed00759a0f" providerId="LiveId" clId="{B3C4C850-7254-4F91-A82D-B9BCD16A173E}" dt="2026-07-02T13:47:23.007" v="549"/>
          <ac:spMkLst>
            <pc:docMk/>
            <pc:sldMk cId="2523625091" sldId="280"/>
            <ac:spMk id="2" creationId="{038C54E6-EDFA-AA3F-13C9-4417180BF632}"/>
          </ac:spMkLst>
        </pc:spChg>
        <pc:spChg chg="add mod">
          <ac:chgData name="Dhanush Chandra" userId="56c23fed00759a0f" providerId="LiveId" clId="{B3C4C850-7254-4F91-A82D-B9BCD16A173E}" dt="2026-07-02T13:47:24.798" v="550"/>
          <ac:spMkLst>
            <pc:docMk/>
            <pc:sldMk cId="2523625091" sldId="280"/>
            <ac:spMk id="3" creationId="{76AB387A-D24D-1429-D64D-4FA51B8EE82C}"/>
          </ac:spMkLst>
        </pc:spChg>
      </pc:sldChg>
      <pc:sldChg chg="addSp delSp modSp new mod">
        <pc:chgData name="Dhanush Chandra" userId="56c23fed00759a0f" providerId="LiveId" clId="{B3C4C850-7254-4F91-A82D-B9BCD16A173E}" dt="2026-07-02T13:48:46.786" v="557" actId="22"/>
        <pc:sldMkLst>
          <pc:docMk/>
          <pc:sldMk cId="1597876457" sldId="281"/>
        </pc:sldMkLst>
        <pc:spChg chg="mod">
          <ac:chgData name="Dhanush Chandra" userId="56c23fed00759a0f" providerId="LiveId" clId="{B3C4C850-7254-4F91-A82D-B9BCD16A173E}" dt="2026-07-02T13:48:26.141" v="556"/>
          <ac:spMkLst>
            <pc:docMk/>
            <pc:sldMk cId="1597876457" sldId="281"/>
            <ac:spMk id="2" creationId="{F124E8C6-ECFC-A5B1-544B-80A1A43EDB37}"/>
          </ac:spMkLst>
        </pc:spChg>
        <pc:spChg chg="add del">
          <ac:chgData name="Dhanush Chandra" userId="56c23fed00759a0f" providerId="LiveId" clId="{B3C4C850-7254-4F91-A82D-B9BCD16A173E}" dt="2026-07-02T13:48:46.786" v="557" actId="22"/>
          <ac:spMkLst>
            <pc:docMk/>
            <pc:sldMk cId="1597876457" sldId="281"/>
            <ac:spMk id="3" creationId="{87FCF16D-470F-25E1-D67E-D78138FDC9A5}"/>
          </ac:spMkLst>
        </pc:spChg>
        <pc:picChg chg="add del mod ord">
          <ac:chgData name="Dhanush Chandra" userId="56c23fed00759a0f" providerId="LiveId" clId="{B3C4C850-7254-4F91-A82D-B9BCD16A173E}" dt="2026-07-02T13:48:12.563" v="555" actId="22"/>
          <ac:picMkLst>
            <pc:docMk/>
            <pc:sldMk cId="1597876457" sldId="281"/>
            <ac:picMk id="5" creationId="{76C727B2-F767-BF39-052A-B509E860C2BD}"/>
          </ac:picMkLst>
        </pc:picChg>
        <pc:picChg chg="add mod ord">
          <ac:chgData name="Dhanush Chandra" userId="56c23fed00759a0f" providerId="LiveId" clId="{B3C4C850-7254-4F91-A82D-B9BCD16A173E}" dt="2026-07-02T13:48:46.786" v="557" actId="22"/>
          <ac:picMkLst>
            <pc:docMk/>
            <pc:sldMk cId="1597876457" sldId="281"/>
            <ac:picMk id="7" creationId="{83FD975B-59BD-5047-9E5A-EA207F2359C9}"/>
          </ac:picMkLst>
        </pc:picChg>
      </pc:sldChg>
      <pc:sldChg chg="modSp new mod">
        <pc:chgData name="Dhanush Chandra" userId="56c23fed00759a0f" providerId="LiveId" clId="{B3C4C850-7254-4F91-A82D-B9BCD16A173E}" dt="2026-07-02T13:49:17.258" v="563" actId="27636"/>
        <pc:sldMkLst>
          <pc:docMk/>
          <pc:sldMk cId="518341982" sldId="282"/>
        </pc:sldMkLst>
        <pc:spChg chg="mod">
          <ac:chgData name="Dhanush Chandra" userId="56c23fed00759a0f" providerId="LiveId" clId="{B3C4C850-7254-4F91-A82D-B9BCD16A173E}" dt="2026-07-02T13:49:04.214" v="559"/>
          <ac:spMkLst>
            <pc:docMk/>
            <pc:sldMk cId="518341982" sldId="282"/>
            <ac:spMk id="2" creationId="{0155672A-F36D-5471-D467-188BE1897AA3}"/>
          </ac:spMkLst>
        </pc:spChg>
        <pc:spChg chg="mod">
          <ac:chgData name="Dhanush Chandra" userId="56c23fed00759a0f" providerId="LiveId" clId="{B3C4C850-7254-4F91-A82D-B9BCD16A173E}" dt="2026-07-02T13:49:17.258" v="563" actId="27636"/>
          <ac:spMkLst>
            <pc:docMk/>
            <pc:sldMk cId="518341982" sldId="282"/>
            <ac:spMk id="3" creationId="{63587D6E-9A0E-A5CA-F360-9E0230F2574E}"/>
          </ac:spMkLst>
        </pc:spChg>
      </pc:sldChg>
      <pc:sldChg chg="modSp new mod">
        <pc:chgData name="Dhanush Chandra" userId="56c23fed00759a0f" providerId="LiveId" clId="{B3C4C850-7254-4F91-A82D-B9BCD16A173E}" dt="2026-07-02T13:50:21.905" v="569" actId="27636"/>
        <pc:sldMkLst>
          <pc:docMk/>
          <pc:sldMk cId="4245427233" sldId="283"/>
        </pc:sldMkLst>
        <pc:spChg chg="mod">
          <ac:chgData name="Dhanush Chandra" userId="56c23fed00759a0f" providerId="LiveId" clId="{B3C4C850-7254-4F91-A82D-B9BCD16A173E}" dt="2026-07-02T13:50:05.108" v="567" actId="20577"/>
          <ac:spMkLst>
            <pc:docMk/>
            <pc:sldMk cId="4245427233" sldId="283"/>
            <ac:spMk id="2" creationId="{5E0F4CA9-497F-583D-B02F-CDDA04D61445}"/>
          </ac:spMkLst>
        </pc:spChg>
        <pc:spChg chg="mod">
          <ac:chgData name="Dhanush Chandra" userId="56c23fed00759a0f" providerId="LiveId" clId="{B3C4C850-7254-4F91-A82D-B9BCD16A173E}" dt="2026-07-02T13:50:21.905" v="569" actId="27636"/>
          <ac:spMkLst>
            <pc:docMk/>
            <pc:sldMk cId="4245427233" sldId="283"/>
            <ac:spMk id="3" creationId="{2D5C8678-09BD-124C-605B-5122D7A29E12}"/>
          </ac:spMkLst>
        </pc:spChg>
      </pc:sldChg>
      <pc:sldChg chg="delSp modSp new mod">
        <pc:chgData name="Dhanush Chandra" userId="56c23fed00759a0f" providerId="LiveId" clId="{B3C4C850-7254-4F91-A82D-B9BCD16A173E}" dt="2026-07-02T13:51:01.203" v="573" actId="1076"/>
        <pc:sldMkLst>
          <pc:docMk/>
          <pc:sldMk cId="3523420010" sldId="284"/>
        </pc:sldMkLst>
        <pc:spChg chg="del">
          <ac:chgData name="Dhanush Chandra" userId="56c23fed00759a0f" providerId="LiveId" clId="{B3C4C850-7254-4F91-A82D-B9BCD16A173E}" dt="2026-07-02T13:50:46.889" v="572" actId="21"/>
          <ac:spMkLst>
            <pc:docMk/>
            <pc:sldMk cId="3523420010" sldId="284"/>
            <ac:spMk id="2" creationId="{678E5888-C078-FDFC-4B8A-2DE770F89ADD}"/>
          </ac:spMkLst>
        </pc:spChg>
        <pc:spChg chg="mod">
          <ac:chgData name="Dhanush Chandra" userId="56c23fed00759a0f" providerId="LiveId" clId="{B3C4C850-7254-4F91-A82D-B9BCD16A173E}" dt="2026-07-02T13:51:01.203" v="573" actId="1076"/>
          <ac:spMkLst>
            <pc:docMk/>
            <pc:sldMk cId="3523420010" sldId="284"/>
            <ac:spMk id="3" creationId="{13752234-229C-9C88-C98D-54C3C3D19952}"/>
          </ac:spMkLst>
        </pc:spChg>
      </pc:sldChg>
      <pc:sldChg chg="modSp new mod">
        <pc:chgData name="Dhanush Chandra" userId="56c23fed00759a0f" providerId="LiveId" clId="{B3C4C850-7254-4F91-A82D-B9BCD16A173E}" dt="2026-07-02T13:52:03.652" v="589" actId="1076"/>
        <pc:sldMkLst>
          <pc:docMk/>
          <pc:sldMk cId="1007952192" sldId="285"/>
        </pc:sldMkLst>
        <pc:spChg chg="mod">
          <ac:chgData name="Dhanush Chandra" userId="56c23fed00759a0f" providerId="LiveId" clId="{B3C4C850-7254-4F91-A82D-B9BCD16A173E}" dt="2026-07-02T13:52:03.652" v="589" actId="1076"/>
          <ac:spMkLst>
            <pc:docMk/>
            <pc:sldMk cId="1007952192" sldId="285"/>
            <ac:spMk id="2" creationId="{1B26D2A5-10E9-D30E-EE54-47CF55215653}"/>
          </ac:spMkLst>
        </pc:spChg>
        <pc:spChg chg="mod">
          <ac:chgData name="Dhanush Chandra" userId="56c23fed00759a0f" providerId="LiveId" clId="{B3C4C850-7254-4F91-A82D-B9BCD16A173E}" dt="2026-07-02T13:51:55.894" v="588" actId="27636"/>
          <ac:spMkLst>
            <pc:docMk/>
            <pc:sldMk cId="1007952192" sldId="285"/>
            <ac:spMk id="3" creationId="{A560CE4D-1222-0802-5867-AE6D50B87652}"/>
          </ac:spMkLst>
        </pc:spChg>
      </pc:sldChg>
      <pc:sldChg chg="modSp new mod">
        <pc:chgData name="Dhanush Chandra" userId="56c23fed00759a0f" providerId="LiveId" clId="{B3C4C850-7254-4F91-A82D-B9BCD16A173E}" dt="2026-07-02T13:53:34.956" v="606" actId="1076"/>
        <pc:sldMkLst>
          <pc:docMk/>
          <pc:sldMk cId="1795413377" sldId="286"/>
        </pc:sldMkLst>
        <pc:spChg chg="mod">
          <ac:chgData name="Dhanush Chandra" userId="56c23fed00759a0f" providerId="LiveId" clId="{B3C4C850-7254-4F91-A82D-B9BCD16A173E}" dt="2026-07-02T13:53:34.956" v="606" actId="1076"/>
          <ac:spMkLst>
            <pc:docMk/>
            <pc:sldMk cId="1795413377" sldId="286"/>
            <ac:spMk id="2" creationId="{F49764F0-F6B1-314F-B1DD-4ABE25508211}"/>
          </ac:spMkLst>
        </pc:spChg>
        <pc:spChg chg="mod">
          <ac:chgData name="Dhanush Chandra" userId="56c23fed00759a0f" providerId="LiveId" clId="{B3C4C850-7254-4F91-A82D-B9BCD16A173E}" dt="2026-07-02T13:53:29.591" v="605" actId="1076"/>
          <ac:spMkLst>
            <pc:docMk/>
            <pc:sldMk cId="1795413377" sldId="286"/>
            <ac:spMk id="3" creationId="{C1677D35-2342-C568-BBEC-018918390267}"/>
          </ac:spMkLst>
        </pc:spChg>
      </pc:sldChg>
      <pc:sldChg chg="modSp new mod">
        <pc:chgData name="Dhanush Chandra" userId="56c23fed00759a0f" providerId="LiveId" clId="{B3C4C850-7254-4F91-A82D-B9BCD16A173E}" dt="2026-07-02T13:55:05.502" v="633" actId="27636"/>
        <pc:sldMkLst>
          <pc:docMk/>
          <pc:sldMk cId="2213543417" sldId="287"/>
        </pc:sldMkLst>
        <pc:spChg chg="mod">
          <ac:chgData name="Dhanush Chandra" userId="56c23fed00759a0f" providerId="LiveId" clId="{B3C4C850-7254-4F91-A82D-B9BCD16A173E}" dt="2026-07-02T13:54:44.855" v="627"/>
          <ac:spMkLst>
            <pc:docMk/>
            <pc:sldMk cId="2213543417" sldId="287"/>
            <ac:spMk id="2" creationId="{DC902DC1-6161-F58D-48ED-920CAA6A7DD1}"/>
          </ac:spMkLst>
        </pc:spChg>
        <pc:spChg chg="mod">
          <ac:chgData name="Dhanush Chandra" userId="56c23fed00759a0f" providerId="LiveId" clId="{B3C4C850-7254-4F91-A82D-B9BCD16A173E}" dt="2026-07-02T13:55:05.502" v="633" actId="27636"/>
          <ac:spMkLst>
            <pc:docMk/>
            <pc:sldMk cId="2213543417" sldId="287"/>
            <ac:spMk id="3" creationId="{BD91E2D0-310A-7956-46E8-0E5B574AF93D}"/>
          </ac:spMkLst>
        </pc:spChg>
      </pc:sldChg>
      <pc:sldChg chg="modSp new mod ord">
        <pc:chgData name="Dhanush Chandra" userId="56c23fed00759a0f" providerId="LiveId" clId="{B3C4C850-7254-4F91-A82D-B9BCD16A173E}" dt="2026-07-02T13:54:38.434" v="622"/>
        <pc:sldMkLst>
          <pc:docMk/>
          <pc:sldMk cId="2780084160" sldId="288"/>
        </pc:sldMkLst>
        <pc:spChg chg="mod">
          <ac:chgData name="Dhanush Chandra" userId="56c23fed00759a0f" providerId="LiveId" clId="{B3C4C850-7254-4F91-A82D-B9BCD16A173E}" dt="2026-07-02T13:54:19.421" v="620" actId="1076"/>
          <ac:spMkLst>
            <pc:docMk/>
            <pc:sldMk cId="2780084160" sldId="288"/>
            <ac:spMk id="2" creationId="{AD01F325-B008-A605-160C-29B5F7BBBD85}"/>
          </ac:spMkLst>
        </pc:spChg>
        <pc:spChg chg="mod">
          <ac:chgData name="Dhanush Chandra" userId="56c23fed00759a0f" providerId="LiveId" clId="{B3C4C850-7254-4F91-A82D-B9BCD16A173E}" dt="2026-07-02T13:54:15.109" v="618" actId="1076"/>
          <ac:spMkLst>
            <pc:docMk/>
            <pc:sldMk cId="2780084160" sldId="288"/>
            <ac:spMk id="3" creationId="{B476F598-9575-1D4B-F504-10FC3D9ADF50}"/>
          </ac:spMkLst>
        </pc:spChg>
      </pc:sldChg>
      <pc:sldChg chg="modSp new mod">
        <pc:chgData name="Dhanush Chandra" userId="56c23fed00759a0f" providerId="LiveId" clId="{B3C4C850-7254-4F91-A82D-B9BCD16A173E}" dt="2026-07-02T13:55:57.893" v="656" actId="1076"/>
        <pc:sldMkLst>
          <pc:docMk/>
          <pc:sldMk cId="2715002149" sldId="289"/>
        </pc:sldMkLst>
        <pc:spChg chg="mod">
          <ac:chgData name="Dhanush Chandra" userId="56c23fed00759a0f" providerId="LiveId" clId="{B3C4C850-7254-4F91-A82D-B9BCD16A173E}" dt="2026-07-02T13:55:28.724" v="639" actId="20577"/>
          <ac:spMkLst>
            <pc:docMk/>
            <pc:sldMk cId="2715002149" sldId="289"/>
            <ac:spMk id="2" creationId="{F6BBC7FF-2341-68B2-7B91-911FF944AF8B}"/>
          </ac:spMkLst>
        </pc:spChg>
        <pc:spChg chg="mod">
          <ac:chgData name="Dhanush Chandra" userId="56c23fed00759a0f" providerId="LiveId" clId="{B3C4C850-7254-4F91-A82D-B9BCD16A173E}" dt="2026-07-02T13:55:57.893" v="656" actId="1076"/>
          <ac:spMkLst>
            <pc:docMk/>
            <pc:sldMk cId="2715002149" sldId="289"/>
            <ac:spMk id="3" creationId="{00BE277E-2EB9-E015-F7EB-1A57ABB9D497}"/>
          </ac:spMkLst>
        </pc:spChg>
      </pc:sldChg>
      <pc:sldChg chg="modSp new mod">
        <pc:chgData name="Dhanush Chandra" userId="56c23fed00759a0f" providerId="LiveId" clId="{B3C4C850-7254-4F91-A82D-B9BCD16A173E}" dt="2026-07-02T13:56:44.248" v="663" actId="1076"/>
        <pc:sldMkLst>
          <pc:docMk/>
          <pc:sldMk cId="2378791406" sldId="290"/>
        </pc:sldMkLst>
        <pc:spChg chg="mod">
          <ac:chgData name="Dhanush Chandra" userId="56c23fed00759a0f" providerId="LiveId" clId="{B3C4C850-7254-4F91-A82D-B9BCD16A173E}" dt="2026-07-02T13:56:16.695" v="658"/>
          <ac:spMkLst>
            <pc:docMk/>
            <pc:sldMk cId="2378791406" sldId="290"/>
            <ac:spMk id="2" creationId="{F738D732-F7C8-712E-EE63-3D9089F41DEB}"/>
          </ac:spMkLst>
        </pc:spChg>
        <pc:spChg chg="mod">
          <ac:chgData name="Dhanush Chandra" userId="56c23fed00759a0f" providerId="LiveId" clId="{B3C4C850-7254-4F91-A82D-B9BCD16A173E}" dt="2026-07-02T13:56:44.248" v="663" actId="1076"/>
          <ac:spMkLst>
            <pc:docMk/>
            <pc:sldMk cId="2378791406" sldId="290"/>
            <ac:spMk id="3" creationId="{4ADABB42-FB55-E052-C34D-96DA8DF9271E}"/>
          </ac:spMkLst>
        </pc:spChg>
      </pc:sldChg>
      <pc:sldChg chg="addSp modSp new mod ord">
        <pc:chgData name="Dhanush Chandra" userId="56c23fed00759a0f" providerId="LiveId" clId="{B3C4C850-7254-4F91-A82D-B9BCD16A173E}" dt="2026-07-02T14:09:14.175" v="670"/>
        <pc:sldMkLst>
          <pc:docMk/>
          <pc:sldMk cId="2251604958" sldId="291"/>
        </pc:sldMkLst>
        <pc:picChg chg="add mod">
          <ac:chgData name="Dhanush Chandra" userId="56c23fed00759a0f" providerId="LiveId" clId="{B3C4C850-7254-4F91-A82D-B9BCD16A173E}" dt="2026-07-02T14:09:14.175" v="670"/>
          <ac:picMkLst>
            <pc:docMk/>
            <pc:sldMk cId="2251604958" sldId="291"/>
            <ac:picMk id="3" creationId="{A97BAACA-9646-E016-0829-E6931D2F2719}"/>
          </ac:picMkLst>
        </pc:picChg>
      </pc:sldChg>
      <pc:sldChg chg="new del">
        <pc:chgData name="Dhanush Chandra" userId="56c23fed00759a0f" providerId="LiveId" clId="{B3C4C850-7254-4F91-A82D-B9BCD16A173E}" dt="2026-07-02T14:09:02.730" v="665" actId="2696"/>
        <pc:sldMkLst>
          <pc:docMk/>
          <pc:sldMk cId="3424453971" sldId="29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25996-919D-4B85-2FA1-37F1DE4224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B378B38-8918-DBBB-1B91-47A4BD453C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19F3A6-E42A-B557-35DE-A176A4331A16}"/>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5" name="Footer Placeholder 4">
            <a:extLst>
              <a:ext uri="{FF2B5EF4-FFF2-40B4-BE49-F238E27FC236}">
                <a16:creationId xmlns:a16="http://schemas.microsoft.com/office/drawing/2014/main" id="{F531DA50-2FE3-4A93-0AF6-C3CDA7BA88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560C89-7ED6-5BC7-3D62-218EF9D7D9C0}"/>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2126534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6CFF2-B5EC-97D4-F8A4-D5969554AC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725A8B-535E-3D66-D96F-646185BDD9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80908E-0A8D-164D-9309-95C374B1B833}"/>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5" name="Footer Placeholder 4">
            <a:extLst>
              <a:ext uri="{FF2B5EF4-FFF2-40B4-BE49-F238E27FC236}">
                <a16:creationId xmlns:a16="http://schemas.microsoft.com/office/drawing/2014/main" id="{70E6F79B-A7B4-87C9-734D-E2B63FF00C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454127-7E3C-9ADB-5B55-1A493543CC99}"/>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3582190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74B68-EDC8-33FA-FDA3-11269F7422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841F791-5B2E-30F3-B9AE-17156F5235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8FC671-BB30-9C97-3437-B70C04E4F450}"/>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5" name="Footer Placeholder 4">
            <a:extLst>
              <a:ext uri="{FF2B5EF4-FFF2-40B4-BE49-F238E27FC236}">
                <a16:creationId xmlns:a16="http://schemas.microsoft.com/office/drawing/2014/main" id="{1158B571-3C89-8A13-69D4-123889B375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72EC85-FEE7-0412-D962-B147DFBB8FAD}"/>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1563082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E8C9-E98D-5F38-2171-54C12C73E5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3D388D-9253-08A8-2592-634001ED87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3D4CCF-325E-942C-C0D4-D2DD9D4759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2415E4-A1CD-03E9-44D9-78C2C203F7B4}"/>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6" name="Footer Placeholder 5">
            <a:extLst>
              <a:ext uri="{FF2B5EF4-FFF2-40B4-BE49-F238E27FC236}">
                <a16:creationId xmlns:a16="http://schemas.microsoft.com/office/drawing/2014/main" id="{0A75DC1E-15C0-558B-4D64-76A07A484A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D3AC6D-420C-B5C5-A8B9-E793C482D4AF}"/>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3798688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82632-5CCE-0C5C-7C1C-8FAAD740A2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D0E414-FF5E-863C-6ED3-FDCE1B936C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0CD87D-5CD8-1512-9B26-6D69A7B29E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972601-009B-9B2B-4E5C-900CE329F2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3323D0-59C6-321E-B058-0FABCB1BDE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F04609D-7979-B502-6101-1D69B0EFDFFB}"/>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8" name="Footer Placeholder 7">
            <a:extLst>
              <a:ext uri="{FF2B5EF4-FFF2-40B4-BE49-F238E27FC236}">
                <a16:creationId xmlns:a16="http://schemas.microsoft.com/office/drawing/2014/main" id="{857750D9-587A-982D-C55B-609D6B5B40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ED2335-941C-5847-D9E9-4ED31942A5D2}"/>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3515049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25E0-1916-3DFF-3897-F31E265709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C76D9C-F9F5-54B7-EBEE-971A98A26E26}"/>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4" name="Footer Placeholder 3">
            <a:extLst>
              <a:ext uri="{FF2B5EF4-FFF2-40B4-BE49-F238E27FC236}">
                <a16:creationId xmlns:a16="http://schemas.microsoft.com/office/drawing/2014/main" id="{275669F2-A6F4-CB47-A1E4-24B40635533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D3B2D5-D95C-7BC3-E026-C0C9ABD375D1}"/>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3705502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ACAF94-BA4E-3525-0B9B-DA919476F212}"/>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3" name="Footer Placeholder 2">
            <a:extLst>
              <a:ext uri="{FF2B5EF4-FFF2-40B4-BE49-F238E27FC236}">
                <a16:creationId xmlns:a16="http://schemas.microsoft.com/office/drawing/2014/main" id="{5C39F65D-9F58-A131-BBDE-F8F3208479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941C02-E268-02FD-4E8B-5D78556F6B4B}"/>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4075723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D74CC-3D75-5A19-8E71-D5A32F1F4C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C2233A-F06F-74FC-4741-72385317F6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3A83A3D-53C7-11D6-46FC-4CEB479688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08E0B-BC92-7DDD-6D2F-60CC7E1DD95E}"/>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6" name="Footer Placeholder 5">
            <a:extLst>
              <a:ext uri="{FF2B5EF4-FFF2-40B4-BE49-F238E27FC236}">
                <a16:creationId xmlns:a16="http://schemas.microsoft.com/office/drawing/2014/main" id="{1F617D56-0A41-2ED4-7F30-CF7F6F7E13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4E7A35-D40B-FF53-43E8-A6D0B2F8D0F2}"/>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2515055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5319D-127F-71F3-9FDE-681D4761AB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9E79A2-02C9-1D9B-80CC-96BAB04AD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B5C392-EF3C-F83A-BF5B-638F390585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EFEC9D-2616-72BB-4BFD-0A603CD0E5ED}"/>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6" name="Footer Placeholder 5">
            <a:extLst>
              <a:ext uri="{FF2B5EF4-FFF2-40B4-BE49-F238E27FC236}">
                <a16:creationId xmlns:a16="http://schemas.microsoft.com/office/drawing/2014/main" id="{4C23D791-E9B8-9B50-5DB6-34B2EBC92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2C96D8-8182-3041-27AB-07FD4209A153}"/>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378390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9BC27-1B37-58E9-1625-FBE01F4968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74FA21-71A6-83C9-23E1-30B6728016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7BE52E-3B2C-EBCD-2948-16CBFB193772}"/>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5" name="Footer Placeholder 4">
            <a:extLst>
              <a:ext uri="{FF2B5EF4-FFF2-40B4-BE49-F238E27FC236}">
                <a16:creationId xmlns:a16="http://schemas.microsoft.com/office/drawing/2014/main" id="{E4EA8FBF-730B-33FC-F60D-B0B80366DA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07FD7E-3F35-7310-DF61-459CE8670D06}"/>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1152832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8C461B-D207-2856-55B0-B806D073D6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7CF654-F700-8110-3657-9D95D5B260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D9B914-0F77-2BE6-4E6A-F6F7360C6B75}"/>
              </a:ext>
            </a:extLst>
          </p:cNvPr>
          <p:cNvSpPr>
            <a:spLocks noGrp="1"/>
          </p:cNvSpPr>
          <p:nvPr>
            <p:ph type="dt" sz="half" idx="10"/>
          </p:nvPr>
        </p:nvSpPr>
        <p:spPr/>
        <p:txBody>
          <a:bodyPr/>
          <a:lstStyle/>
          <a:p>
            <a:fld id="{C2E84EED-A7B4-4ADD-B55E-FC73EC182227}" type="datetimeFigureOut">
              <a:rPr lang="en-IN" smtClean="0"/>
              <a:t>02-07-2026</a:t>
            </a:fld>
            <a:endParaRPr lang="en-IN"/>
          </a:p>
        </p:txBody>
      </p:sp>
      <p:sp>
        <p:nvSpPr>
          <p:cNvPr id="5" name="Footer Placeholder 4">
            <a:extLst>
              <a:ext uri="{FF2B5EF4-FFF2-40B4-BE49-F238E27FC236}">
                <a16:creationId xmlns:a16="http://schemas.microsoft.com/office/drawing/2014/main" id="{0DAB92C9-CD6B-3277-68D6-76CF4921B6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13FF71-97D0-25AB-BCDC-F535CB912670}"/>
              </a:ext>
            </a:extLst>
          </p:cNvPr>
          <p:cNvSpPr>
            <a:spLocks noGrp="1"/>
          </p:cNvSpPr>
          <p:nvPr>
            <p:ph type="sldNum" sz="quarter" idx="12"/>
          </p:nvPr>
        </p:nvSpPr>
        <p:spPr/>
        <p:txBody>
          <a:bodyPr/>
          <a:lstStyle/>
          <a:p>
            <a:fld id="{5C682FF8-7C07-49BE-8599-94EE17EB21AF}" type="slidenum">
              <a:rPr lang="en-IN" smtClean="0"/>
              <a:t>‹#›</a:t>
            </a:fld>
            <a:endParaRPr lang="en-IN"/>
          </a:p>
        </p:txBody>
      </p:sp>
    </p:spTree>
    <p:extLst>
      <p:ext uri="{BB962C8B-B14F-4D97-AF65-F5344CB8AC3E}">
        <p14:creationId xmlns:p14="http://schemas.microsoft.com/office/powerpoint/2010/main" val="644638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FFEE7E-1CC8-E06B-E64F-87BC383677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CE6825-B3B0-B25F-ADFA-A5BDD584A7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2003F1-53EF-2EF3-C9DD-D9C7B4AB35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E84EED-A7B4-4ADD-B55E-FC73EC182227}" type="datetimeFigureOut">
              <a:rPr lang="en-IN" smtClean="0"/>
              <a:t>02-07-2026</a:t>
            </a:fld>
            <a:endParaRPr lang="en-IN"/>
          </a:p>
        </p:txBody>
      </p:sp>
      <p:sp>
        <p:nvSpPr>
          <p:cNvPr id="5" name="Footer Placeholder 4">
            <a:extLst>
              <a:ext uri="{FF2B5EF4-FFF2-40B4-BE49-F238E27FC236}">
                <a16:creationId xmlns:a16="http://schemas.microsoft.com/office/drawing/2014/main" id="{D91D3925-FC7C-8F41-5BB7-464A6960FC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26B1302-53D7-3F7C-9A14-65F3969759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682FF8-7C07-49BE-8599-94EE17EB21AF}" type="slidenum">
              <a:rPr lang="en-IN" smtClean="0"/>
              <a:t>‹#›</a:t>
            </a:fld>
            <a:endParaRPr lang="en-IN"/>
          </a:p>
        </p:txBody>
      </p:sp>
    </p:spTree>
    <p:extLst>
      <p:ext uri="{BB962C8B-B14F-4D97-AF65-F5344CB8AC3E}">
        <p14:creationId xmlns:p14="http://schemas.microsoft.com/office/powerpoint/2010/main" val="2323977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s://reactrouter.com/" TargetMode="External"/><Relationship Id="rId3" Type="http://schemas.openxmlformats.org/officeDocument/2006/relationships/hyperlink" Target="https://developer.mozilla.org/" TargetMode="External"/><Relationship Id="rId7" Type="http://schemas.openxmlformats.org/officeDocument/2006/relationships/hyperlink" Target="https://developer.mozilla.org/docs/Web/CSS" TargetMode="External"/><Relationship Id="rId2" Type="http://schemas.openxmlformats.org/officeDocument/2006/relationships/hyperlink" Target="https://react.dev/" TargetMode="External"/><Relationship Id="rId1" Type="http://schemas.openxmlformats.org/officeDocument/2006/relationships/slideLayout" Target="../slideLayouts/slideLayout2.xml"/><Relationship Id="rId6" Type="http://schemas.openxmlformats.org/officeDocument/2006/relationships/hyperlink" Target="https://html.spec.whatwg.org/" TargetMode="External"/><Relationship Id="rId11" Type="http://schemas.openxmlformats.org/officeDocument/2006/relationships/hyperlink" Target="https://www.mongodb.com/docs/" TargetMode="External"/><Relationship Id="rId5" Type="http://schemas.openxmlformats.org/officeDocument/2006/relationships/hyperlink" Target="https://www.w3schools.com/" TargetMode="External"/><Relationship Id="rId10" Type="http://schemas.openxmlformats.org/officeDocument/2006/relationships/hyperlink" Target="https://nodejs.org/" TargetMode="External"/><Relationship Id="rId4" Type="http://schemas.openxmlformats.org/officeDocument/2006/relationships/hyperlink" Target="https://javascript.info/" TargetMode="External"/><Relationship Id="rId9" Type="http://schemas.openxmlformats.org/officeDocument/2006/relationships/hyperlink" Target="https://vitejs.dev/"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C5ECB6-3215-A48C-5C47-9EAB4B647183}"/>
              </a:ext>
            </a:extLst>
          </p:cNvPr>
          <p:cNvSpPr txBox="1"/>
          <p:nvPr/>
        </p:nvSpPr>
        <p:spPr>
          <a:xfrm>
            <a:off x="3047338" y="3242346"/>
            <a:ext cx="6094674" cy="369332"/>
          </a:xfrm>
          <a:prstGeom prst="rect">
            <a:avLst/>
          </a:prstGeom>
          <a:noFill/>
        </p:spPr>
        <p:txBody>
          <a:bodyPr wrap="square">
            <a:spAutoFit/>
          </a:bodyPr>
          <a:lstStyle/>
          <a:p>
            <a:endParaRPr lang="en-IN" dirty="0"/>
          </a:p>
        </p:txBody>
      </p:sp>
      <p:pic>
        <p:nvPicPr>
          <p:cNvPr id="8" name="Picture 7">
            <a:extLst>
              <a:ext uri="{FF2B5EF4-FFF2-40B4-BE49-F238E27FC236}">
                <a16:creationId xmlns:a16="http://schemas.microsoft.com/office/drawing/2014/main" id="{1638BCEB-F3BF-DCA3-C6ED-2E7C7AEF1F01}"/>
              </a:ext>
            </a:extLst>
          </p:cNvPr>
          <p:cNvPicPr>
            <a:picLocks noChangeAspect="1"/>
          </p:cNvPicPr>
          <p:nvPr/>
        </p:nvPicPr>
        <p:blipFill>
          <a:blip r:embed="rId2"/>
          <a:stretch>
            <a:fillRect/>
          </a:stretch>
        </p:blipFill>
        <p:spPr>
          <a:xfrm>
            <a:off x="1523603" y="2234080"/>
            <a:ext cx="9144793" cy="2389839"/>
          </a:xfrm>
          <a:prstGeom prst="rect">
            <a:avLst/>
          </a:prstGeom>
        </p:spPr>
      </p:pic>
      <p:pic>
        <p:nvPicPr>
          <p:cNvPr id="20" name="Picture 19">
            <a:extLst>
              <a:ext uri="{FF2B5EF4-FFF2-40B4-BE49-F238E27FC236}">
                <a16:creationId xmlns:a16="http://schemas.microsoft.com/office/drawing/2014/main" id="{9D27B0F8-0B7E-47A1-A005-02443EAE84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6240" y="0"/>
            <a:ext cx="8818880" cy="6858000"/>
          </a:xfrm>
          <a:prstGeom prst="rect">
            <a:avLst/>
          </a:prstGeom>
        </p:spPr>
      </p:pic>
    </p:spTree>
    <p:extLst>
      <p:ext uri="{BB962C8B-B14F-4D97-AF65-F5344CB8AC3E}">
        <p14:creationId xmlns:p14="http://schemas.microsoft.com/office/powerpoint/2010/main" val="2950606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610E929-3815-8526-E0F3-E8C4B85AC7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440" y="0"/>
            <a:ext cx="8026400" cy="6858000"/>
          </a:xfrm>
          <a:prstGeom prst="rect">
            <a:avLst/>
          </a:prstGeom>
        </p:spPr>
      </p:pic>
    </p:spTree>
    <p:extLst>
      <p:ext uri="{BB962C8B-B14F-4D97-AF65-F5344CB8AC3E}">
        <p14:creationId xmlns:p14="http://schemas.microsoft.com/office/powerpoint/2010/main" val="1655895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0F9AC4-536C-DD0A-96F8-A51D44C33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080" y="0"/>
            <a:ext cx="7355840" cy="6858000"/>
          </a:xfrm>
          <a:prstGeom prst="rect">
            <a:avLst/>
          </a:prstGeom>
        </p:spPr>
      </p:pic>
    </p:spTree>
    <p:extLst>
      <p:ext uri="{BB962C8B-B14F-4D97-AF65-F5344CB8AC3E}">
        <p14:creationId xmlns:p14="http://schemas.microsoft.com/office/powerpoint/2010/main" val="2509537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A6BD5-F328-9876-0AC3-F47CBA60454D}"/>
              </a:ext>
            </a:extLst>
          </p:cNvPr>
          <p:cNvSpPr>
            <a:spLocks noGrp="1"/>
          </p:cNvSpPr>
          <p:nvPr>
            <p:ph type="ctrTitle"/>
          </p:nvPr>
        </p:nvSpPr>
        <p:spPr>
          <a:xfrm>
            <a:off x="1473200" y="-503237"/>
            <a:ext cx="9144000" cy="2387600"/>
          </a:xfrm>
        </p:spPr>
        <p:txBody>
          <a:bodyPr/>
          <a:lstStyle/>
          <a:p>
            <a:r>
              <a:rPr lang="en-IN" b="1" dirty="0"/>
              <a:t>Acknowledgment</a:t>
            </a:r>
            <a:br>
              <a:rPr lang="en-IN" b="1" dirty="0"/>
            </a:br>
            <a:endParaRPr lang="en-IN" dirty="0"/>
          </a:p>
        </p:txBody>
      </p:sp>
      <p:sp>
        <p:nvSpPr>
          <p:cNvPr id="3" name="Subtitle 2">
            <a:extLst>
              <a:ext uri="{FF2B5EF4-FFF2-40B4-BE49-F238E27FC236}">
                <a16:creationId xmlns:a16="http://schemas.microsoft.com/office/drawing/2014/main" id="{DCCCA9B7-DB1B-AC7C-29AF-27615F63340A}"/>
              </a:ext>
            </a:extLst>
          </p:cNvPr>
          <p:cNvSpPr>
            <a:spLocks noGrp="1"/>
          </p:cNvSpPr>
          <p:nvPr>
            <p:ph type="subTitle" idx="1"/>
          </p:nvPr>
        </p:nvSpPr>
        <p:spPr>
          <a:xfrm>
            <a:off x="1524000" y="1026160"/>
            <a:ext cx="9296400" cy="4632960"/>
          </a:xfrm>
        </p:spPr>
        <p:txBody>
          <a:bodyPr>
            <a:normAutofit fontScale="55000" lnSpcReduction="20000"/>
          </a:bodyPr>
          <a:lstStyle/>
          <a:p>
            <a:pPr algn="l"/>
            <a:r>
              <a:rPr lang="en-IN" dirty="0"/>
              <a:t>We express our sincere gratitude to KL University management, faculty members, and our guide for their constant support and encouragement. </a:t>
            </a:r>
          </a:p>
          <a:p>
            <a:pPr algn="l"/>
            <a:br>
              <a:rPr lang="en-IN" dirty="0"/>
            </a:br>
            <a:r>
              <a:rPr lang="en-US" dirty="0"/>
              <a:t>We would like to convey our heartfelt thanks to our </a:t>
            </a:r>
            <a:r>
              <a:rPr lang="en-US" b="1" dirty="0"/>
              <a:t>project guide and faculty members</a:t>
            </a:r>
            <a:r>
              <a:rPr lang="en-US" dirty="0"/>
              <a:t> for their valuable guidance, continuous support, and constructive suggestions throughout the development of the project.</a:t>
            </a:r>
          </a:p>
          <a:p>
            <a:pPr algn="l"/>
            <a:endParaRPr lang="en-IN" dirty="0"/>
          </a:p>
          <a:p>
            <a:pPr algn="l"/>
            <a:r>
              <a:rPr lang="en-US" dirty="0"/>
              <a:t>We are also grateful to the </a:t>
            </a:r>
            <a:r>
              <a:rPr lang="en-US" b="1" dirty="0"/>
              <a:t>Department of Computer Science and Engineering</a:t>
            </a:r>
            <a:r>
              <a:rPr lang="en-US" dirty="0"/>
              <a:t> for giving us the opportunity to work on the </a:t>
            </a:r>
            <a:r>
              <a:rPr lang="en-US" b="1" dirty="0"/>
              <a:t>Hospital Bed Management System</a:t>
            </a:r>
            <a:r>
              <a:rPr lang="en-US" dirty="0"/>
              <a:t>, which has enhanced our technical knowledge and practical skills.</a:t>
            </a:r>
          </a:p>
          <a:p>
            <a:pPr algn="l"/>
            <a:endParaRPr lang="en-IN" dirty="0"/>
          </a:p>
          <a:p>
            <a:pPr algn="l"/>
            <a:r>
              <a:rPr lang="en-US" dirty="0"/>
              <a:t>We extend our sincere appreciation to our friends and classmates for their cooperation, encouragement, and helpful suggestions during the various stages of this project.</a:t>
            </a:r>
          </a:p>
          <a:p>
            <a:pPr algn="l"/>
            <a:endParaRPr lang="en-IN" dirty="0"/>
          </a:p>
          <a:p>
            <a:pPr algn="l"/>
            <a:r>
              <a:rPr lang="en-US" dirty="0"/>
              <a:t>Finally, we express our deepest gratitude to our </a:t>
            </a:r>
            <a:r>
              <a:rPr lang="en-US" b="1" dirty="0"/>
              <a:t>parents and family members</a:t>
            </a:r>
            <a:r>
              <a:rPr lang="en-US" dirty="0"/>
              <a:t> for their constant motivation, encouragement, and unwavering support, which helped us successfully complete this project.</a:t>
            </a:r>
            <a:endParaRPr lang="en-IN" dirty="0"/>
          </a:p>
          <a:p>
            <a:pPr algn="l"/>
            <a:r>
              <a:rPr lang="en-US" dirty="0"/>
              <a:t>We take this opportunity to thank everyone who </a:t>
            </a:r>
            <a:r>
              <a:rPr lang="en-US" dirty="0" err="1"/>
              <a:t>direc</a:t>
            </a:r>
            <a:endParaRPr lang="en-US" dirty="0"/>
          </a:p>
          <a:p>
            <a:pPr algn="l"/>
            <a:r>
              <a:rPr lang="en-US" dirty="0" err="1"/>
              <a:t>tly</a:t>
            </a:r>
            <a:r>
              <a:rPr lang="en-US" dirty="0"/>
              <a:t> or indirectly contributed to the successful completion of our project.</a:t>
            </a:r>
          </a:p>
          <a:p>
            <a:pPr algn="l"/>
            <a:endParaRPr lang="en-US" dirty="0"/>
          </a:p>
          <a:p>
            <a:pPr algn="l"/>
            <a:r>
              <a:rPr lang="en-US" dirty="0"/>
              <a:t>2520030014                 2520030555             2520090187</a:t>
            </a:r>
          </a:p>
          <a:p>
            <a:pPr algn="l"/>
            <a:r>
              <a:rPr lang="en-US" dirty="0"/>
              <a:t>Dhanush                            Pranav                             </a:t>
            </a:r>
            <a:r>
              <a:rPr lang="en-US" dirty="0" err="1"/>
              <a:t>siddartha</a:t>
            </a:r>
            <a:endParaRPr lang="en-IN" dirty="0"/>
          </a:p>
          <a:p>
            <a:endParaRPr lang="en-IN" dirty="0"/>
          </a:p>
        </p:txBody>
      </p:sp>
    </p:spTree>
    <p:extLst>
      <p:ext uri="{BB962C8B-B14F-4D97-AF65-F5344CB8AC3E}">
        <p14:creationId xmlns:p14="http://schemas.microsoft.com/office/powerpoint/2010/main" val="1905143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AFB50-08C3-6660-59A9-3AE346B52A14}"/>
              </a:ext>
            </a:extLst>
          </p:cNvPr>
          <p:cNvSpPr>
            <a:spLocks noGrp="1"/>
          </p:cNvSpPr>
          <p:nvPr>
            <p:ph type="title"/>
          </p:nvPr>
        </p:nvSpPr>
        <p:spPr/>
        <p:txBody>
          <a:bodyPr/>
          <a:lstStyle/>
          <a:p>
            <a:r>
              <a:rPr lang="en-IN" b="1" dirty="0"/>
              <a:t>Abstract</a:t>
            </a:r>
            <a:br>
              <a:rPr lang="en-IN" dirty="0"/>
            </a:br>
            <a:endParaRPr lang="en-IN" dirty="0"/>
          </a:p>
        </p:txBody>
      </p:sp>
      <p:sp>
        <p:nvSpPr>
          <p:cNvPr id="3" name="Content Placeholder 2">
            <a:extLst>
              <a:ext uri="{FF2B5EF4-FFF2-40B4-BE49-F238E27FC236}">
                <a16:creationId xmlns:a16="http://schemas.microsoft.com/office/drawing/2014/main" id="{F940F99E-D47B-A322-7BC1-3D93E56A7378}"/>
              </a:ext>
            </a:extLst>
          </p:cNvPr>
          <p:cNvSpPr>
            <a:spLocks noGrp="1"/>
          </p:cNvSpPr>
          <p:nvPr>
            <p:ph idx="1"/>
          </p:nvPr>
        </p:nvSpPr>
        <p:spPr>
          <a:xfrm>
            <a:off x="838200" y="1209040"/>
            <a:ext cx="10515600" cy="4967923"/>
          </a:xfrm>
        </p:spPr>
        <p:txBody>
          <a:bodyPr>
            <a:normAutofit fontScale="92500" lnSpcReduction="10000"/>
          </a:bodyPr>
          <a:lstStyle/>
          <a:p>
            <a:r>
              <a:rPr lang="en-US" dirty="0"/>
              <a:t>This project is a solid implementation of a multi-step Shopping Cart and Checkout Flow in the React and Node.js ecosystem. The system uses Context API to hold the global state and allows data persistence across a 10-module journey involving dynamic cart updates, validated address forms, and a back end driven coupon engine. The architecture is built to deliver a smooth user experience, with tight data synchronization from product selection to the final order confirmation.</a:t>
            </a:r>
            <a:br>
              <a:rPr lang="en-US" dirty="0"/>
            </a:br>
            <a:br>
              <a:rPr lang="en-US" dirty="0"/>
            </a:br>
            <a:r>
              <a:rPr lang="en-US" dirty="0"/>
              <a:t>The back end is built using Express.js, which enables the centralization of important logic, such as price calculations and discount validation, to prevent client-side manipulation and to maintain financial integrity. The system uses Axios for API calls and </a:t>
            </a:r>
            <a:r>
              <a:rPr lang="en-US" dirty="0" err="1"/>
              <a:t>LocalStorage</a:t>
            </a:r>
            <a:r>
              <a:rPr lang="en-US" dirty="0"/>
              <a:t> for session persistence, and provides an overview of the order lifecycle. This project is a scalable template for modern high-stakes transactional workflows.</a:t>
            </a:r>
            <a:endParaRPr lang="en-IN" dirty="0"/>
          </a:p>
          <a:p>
            <a:endParaRPr lang="en-IN" dirty="0"/>
          </a:p>
        </p:txBody>
      </p:sp>
    </p:spTree>
    <p:extLst>
      <p:ext uri="{BB962C8B-B14F-4D97-AF65-F5344CB8AC3E}">
        <p14:creationId xmlns:p14="http://schemas.microsoft.com/office/powerpoint/2010/main" val="14034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B4B29-857D-42B2-2D9C-4A873C69282F}"/>
              </a:ext>
            </a:extLst>
          </p:cNvPr>
          <p:cNvSpPr>
            <a:spLocks noGrp="1"/>
          </p:cNvSpPr>
          <p:nvPr>
            <p:ph type="title"/>
          </p:nvPr>
        </p:nvSpPr>
        <p:spPr>
          <a:xfrm>
            <a:off x="2250440" y="294005"/>
            <a:ext cx="10515600" cy="1325563"/>
          </a:xfrm>
        </p:spPr>
        <p:txBody>
          <a:bodyPr/>
          <a:lstStyle/>
          <a:p>
            <a:r>
              <a:rPr lang="en-IN" dirty="0"/>
              <a:t>CHAPTER 1: INTRODUCTION</a:t>
            </a:r>
          </a:p>
        </p:txBody>
      </p:sp>
      <p:sp>
        <p:nvSpPr>
          <p:cNvPr id="3" name="Content Placeholder 2">
            <a:extLst>
              <a:ext uri="{FF2B5EF4-FFF2-40B4-BE49-F238E27FC236}">
                <a16:creationId xmlns:a16="http://schemas.microsoft.com/office/drawing/2014/main" id="{646645BA-EF97-4CB7-FAAF-7AD378BAD3A3}"/>
              </a:ext>
            </a:extLst>
          </p:cNvPr>
          <p:cNvSpPr>
            <a:spLocks noGrp="1"/>
          </p:cNvSpPr>
          <p:nvPr>
            <p:ph idx="1"/>
          </p:nvPr>
        </p:nvSpPr>
        <p:spPr>
          <a:xfrm>
            <a:off x="767080" y="1398905"/>
            <a:ext cx="10515600" cy="4351338"/>
          </a:xfrm>
        </p:spPr>
        <p:txBody>
          <a:bodyPr>
            <a:normAutofit fontScale="77500" lnSpcReduction="20000"/>
          </a:bodyPr>
          <a:lstStyle/>
          <a:p>
            <a:r>
              <a:rPr lang="en-IN" dirty="0"/>
              <a:t>Online shopping has become an essential part of modern life due to the rapid growth of the internet and e-commerce. Customers expect a simple, secure, and fast shopping experience while purchasing products online. A well-designed shopping cart and checkout system plays a major role in improving customer satisfaction by allowing users to add products, manage quantities, apply discounts, and complete payments easily.</a:t>
            </a:r>
          </a:p>
          <a:p>
            <a:r>
              <a:rPr lang="en-IN" dirty="0"/>
              <a:t>The </a:t>
            </a:r>
            <a:r>
              <a:rPr lang="en-IN" b="1" dirty="0"/>
              <a:t>Shopping Cart and Checkout Flow</a:t>
            </a:r>
            <a:r>
              <a:rPr lang="en-IN" dirty="0"/>
              <a:t> project is a web-based application developed using modern frontend technologies. It provides a smooth shopping experience by enabling users to browse products, add or remove items from the cart, update quantities, view the total price, and proceed through a multi-step checkout process. The application focuses on creating an attractive, responsive, and user-friendly interface.</a:t>
            </a:r>
          </a:p>
          <a:p>
            <a:r>
              <a:rPr lang="en-IN" dirty="0"/>
              <a:t>This project demonstrates the implementation of state management, reusable UI components, form validation, local storage, and responsive web design. It also provides a foundation for integrating payment gateways and backend services in future enhancements.</a:t>
            </a:r>
          </a:p>
          <a:p>
            <a:endParaRPr lang="en-IN" dirty="0"/>
          </a:p>
        </p:txBody>
      </p:sp>
    </p:spTree>
    <p:extLst>
      <p:ext uri="{BB962C8B-B14F-4D97-AF65-F5344CB8AC3E}">
        <p14:creationId xmlns:p14="http://schemas.microsoft.com/office/powerpoint/2010/main" val="2667711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5FE929-6EF8-0FCB-E448-C1B64EE0E7D5}"/>
              </a:ext>
            </a:extLst>
          </p:cNvPr>
          <p:cNvSpPr>
            <a:spLocks noGrp="1"/>
          </p:cNvSpPr>
          <p:nvPr>
            <p:ph idx="1"/>
          </p:nvPr>
        </p:nvSpPr>
        <p:spPr>
          <a:xfrm>
            <a:off x="502535" y="428264"/>
            <a:ext cx="10515600" cy="5725550"/>
          </a:xfrm>
        </p:spPr>
        <p:txBody>
          <a:bodyPr>
            <a:normAutofit fontScale="92500" lnSpcReduction="20000"/>
          </a:bodyPr>
          <a:lstStyle/>
          <a:p>
            <a:r>
              <a:rPr lang="en-IN" dirty="0"/>
              <a:t>The application is developed using modern frontend technologies such as </a:t>
            </a:r>
            <a:r>
              <a:rPr lang="en-IN" b="1" dirty="0"/>
              <a:t>React.js</a:t>
            </a:r>
            <a:r>
              <a:rPr lang="en-IN" dirty="0"/>
              <a:t>, </a:t>
            </a:r>
            <a:r>
              <a:rPr lang="en-IN" b="1" dirty="0"/>
              <a:t>HTML5</a:t>
            </a:r>
            <a:r>
              <a:rPr lang="en-IN" dirty="0"/>
              <a:t>, </a:t>
            </a:r>
            <a:r>
              <a:rPr lang="en-IN" b="1" dirty="0"/>
              <a:t>CSS3</a:t>
            </a:r>
            <a:r>
              <a:rPr lang="en-IN" dirty="0"/>
              <a:t>, and </a:t>
            </a:r>
            <a:r>
              <a:rPr lang="en-IN" b="1" dirty="0"/>
              <a:t>JavaScript</a:t>
            </a:r>
            <a:r>
              <a:rPr lang="en-IN" dirty="0"/>
              <a:t>, providing a responsive, interactive, and visually appealing user interface. State management and local storage ensure that cart information is maintained efficiently, offering users a seamless shopping experience across different devices.</a:t>
            </a:r>
          </a:p>
          <a:p>
            <a:r>
              <a:rPr lang="en-IN" dirty="0"/>
              <a:t>The project emphasizes user convenience, intelligent shopping assistance, improved decision-making, and faster checkout. By combining innovative features with a modern interface, </a:t>
            </a:r>
            <a:r>
              <a:rPr lang="en-IN" dirty="0" err="1"/>
              <a:t>SmartCart</a:t>
            </a:r>
            <a:r>
              <a:rPr lang="en-IN" dirty="0"/>
              <a:t> provides a smarter, more efficient, and customer-friendly online shopping platform.</a:t>
            </a:r>
          </a:p>
          <a:p>
            <a:r>
              <a:rPr lang="en-IN" dirty="0"/>
              <a:t>This project demonstrates the practical application of modern web development concepts, reusable UI components, responsive design principles, client-side state management, and interactive user interfaces. It also lays the foundation for future enhancements such as secure payment gateway integration, AI-based product recommendations, inventory management, user authentication, and personalized shopping analytics.</a:t>
            </a:r>
          </a:p>
          <a:p>
            <a:endParaRPr lang="en-IN" dirty="0"/>
          </a:p>
        </p:txBody>
      </p:sp>
    </p:spTree>
    <p:extLst>
      <p:ext uri="{BB962C8B-B14F-4D97-AF65-F5344CB8AC3E}">
        <p14:creationId xmlns:p14="http://schemas.microsoft.com/office/powerpoint/2010/main" val="3585384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AA1598-74CC-CBFA-31F5-7C5769401C98}"/>
              </a:ext>
            </a:extLst>
          </p:cNvPr>
          <p:cNvSpPr>
            <a:spLocks noGrp="1"/>
          </p:cNvSpPr>
          <p:nvPr>
            <p:ph idx="1"/>
          </p:nvPr>
        </p:nvSpPr>
        <p:spPr>
          <a:xfrm>
            <a:off x="810228" y="1653310"/>
            <a:ext cx="10809790" cy="5204690"/>
          </a:xfrm>
        </p:spPr>
        <p:txBody>
          <a:bodyPr>
            <a:normAutofit/>
          </a:bodyPr>
          <a:lstStyle/>
          <a:p>
            <a:r>
              <a:rPr lang="en-IN" sz="3200" dirty="0"/>
              <a:t>Overall, </a:t>
            </a:r>
            <a:r>
              <a:rPr lang="en-IN" sz="3200" b="1" dirty="0" err="1"/>
              <a:t>SmartCart</a:t>
            </a:r>
            <a:r>
              <a:rPr lang="en-IN" sz="3200" b="1" dirty="0"/>
              <a:t> – Shopping Cart and Checkout Flow</a:t>
            </a:r>
            <a:r>
              <a:rPr lang="en-IN" sz="3200" dirty="0"/>
              <a:t> aims to redefine the online shopping experience by making it more intelligent, efficient, user-centric, and enjoyable. It not only simplifies the purchasing process but also empowers users to make informed buying decisions while enjoying a secure and seamless shopping journey.</a:t>
            </a:r>
          </a:p>
        </p:txBody>
      </p:sp>
    </p:spTree>
    <p:extLst>
      <p:ext uri="{BB962C8B-B14F-4D97-AF65-F5344CB8AC3E}">
        <p14:creationId xmlns:p14="http://schemas.microsoft.com/office/powerpoint/2010/main" val="694241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AE820-0921-814A-1D2B-0C48E0EF31E6}"/>
              </a:ext>
            </a:extLst>
          </p:cNvPr>
          <p:cNvSpPr>
            <a:spLocks noGrp="1"/>
          </p:cNvSpPr>
          <p:nvPr>
            <p:ph type="ctrTitle"/>
          </p:nvPr>
        </p:nvSpPr>
        <p:spPr>
          <a:xfrm>
            <a:off x="1178560" y="147003"/>
            <a:ext cx="9144000" cy="970597"/>
          </a:xfrm>
        </p:spPr>
        <p:txBody>
          <a:bodyPr/>
          <a:lstStyle/>
          <a:p>
            <a:r>
              <a:rPr lang="en-IN" dirty="0"/>
              <a:t> </a:t>
            </a:r>
            <a:r>
              <a:rPr lang="en-IN" sz="4000" dirty="0"/>
              <a:t>CHAPTER 2: PROBLEM DESCRIPTION </a:t>
            </a:r>
          </a:p>
        </p:txBody>
      </p:sp>
      <p:sp>
        <p:nvSpPr>
          <p:cNvPr id="3" name="Subtitle 2">
            <a:extLst>
              <a:ext uri="{FF2B5EF4-FFF2-40B4-BE49-F238E27FC236}">
                <a16:creationId xmlns:a16="http://schemas.microsoft.com/office/drawing/2014/main" id="{3B591B87-BEF3-0003-8F3B-B53C25B08A1B}"/>
              </a:ext>
            </a:extLst>
          </p:cNvPr>
          <p:cNvSpPr>
            <a:spLocks noGrp="1"/>
          </p:cNvSpPr>
          <p:nvPr>
            <p:ph type="subTitle" idx="1"/>
          </p:nvPr>
        </p:nvSpPr>
        <p:spPr>
          <a:xfrm>
            <a:off x="822960" y="1117600"/>
            <a:ext cx="10739120" cy="4856480"/>
          </a:xfrm>
        </p:spPr>
        <p:txBody>
          <a:bodyPr>
            <a:normAutofit/>
          </a:bodyPr>
          <a:lstStyle/>
          <a:p>
            <a:pPr algn="l"/>
            <a:r>
              <a:rPr lang="en-IN" dirty="0"/>
              <a:t>The rapid growth of online shopping has increased the demand for efficient and user-friendly e-commerce applications. One of the most important components of an online shopping platform is the </a:t>
            </a:r>
            <a:r>
              <a:rPr lang="en-IN" b="1" dirty="0"/>
              <a:t>Shopping Cart and Checkout Flow</a:t>
            </a:r>
            <a:r>
              <a:rPr lang="en-IN" dirty="0"/>
              <a:t>. Customers expect a fast, secure, and seamless shopping experience while browsing products, adding them to the cart, and completing purchases. However, many existing systems have complicated interfaces, slow checkout processes, and poor user experiences, leading to customer dissatisfaction and cart abandonment.</a:t>
            </a:r>
          </a:p>
          <a:p>
            <a:pPr algn="l"/>
            <a:endParaRPr lang="en-IN" dirty="0"/>
          </a:p>
          <a:p>
            <a:pPr algn="l"/>
            <a:r>
              <a:rPr lang="en-IN" dirty="0"/>
              <a:t>The </a:t>
            </a:r>
            <a:r>
              <a:rPr lang="en-IN" b="1" dirty="0"/>
              <a:t>Shopping Cart and Checkout Flow</a:t>
            </a:r>
            <a:r>
              <a:rPr lang="en-IN" dirty="0"/>
              <a:t> project is designed to address these challenges by providing a simple, responsive, and interactive shopping experience. It focuses on making the purchasing process easier and more efficient for users.</a:t>
            </a:r>
          </a:p>
          <a:p>
            <a:pPr algn="l"/>
            <a:endParaRPr lang="en-IN" dirty="0"/>
          </a:p>
        </p:txBody>
      </p:sp>
    </p:spTree>
    <p:extLst>
      <p:ext uri="{BB962C8B-B14F-4D97-AF65-F5344CB8AC3E}">
        <p14:creationId xmlns:p14="http://schemas.microsoft.com/office/powerpoint/2010/main" val="2136297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DC24-13EA-4CAB-9D4E-99AE8FAD7CA8}"/>
              </a:ext>
            </a:extLst>
          </p:cNvPr>
          <p:cNvSpPr>
            <a:spLocks noGrp="1"/>
          </p:cNvSpPr>
          <p:nvPr>
            <p:ph type="title"/>
          </p:nvPr>
        </p:nvSpPr>
        <p:spPr>
          <a:xfrm>
            <a:off x="838200" y="497205"/>
            <a:ext cx="10515600" cy="1325563"/>
          </a:xfrm>
        </p:spPr>
        <p:txBody>
          <a:bodyPr/>
          <a:lstStyle/>
          <a:p>
            <a:r>
              <a:rPr lang="en-IN" dirty="0"/>
              <a:t>2.2 Key Problems Addressed</a:t>
            </a:r>
            <a:br>
              <a:rPr lang="en-IN" b="1" dirty="0"/>
            </a:br>
            <a:endParaRPr lang="en-IN" dirty="0"/>
          </a:p>
        </p:txBody>
      </p:sp>
      <p:sp>
        <p:nvSpPr>
          <p:cNvPr id="3" name="Content Placeholder 2">
            <a:extLst>
              <a:ext uri="{FF2B5EF4-FFF2-40B4-BE49-F238E27FC236}">
                <a16:creationId xmlns:a16="http://schemas.microsoft.com/office/drawing/2014/main" id="{78D30860-1787-CB79-2F51-2316BAED95AA}"/>
              </a:ext>
            </a:extLst>
          </p:cNvPr>
          <p:cNvSpPr>
            <a:spLocks noGrp="1"/>
          </p:cNvSpPr>
          <p:nvPr>
            <p:ph idx="1"/>
          </p:nvPr>
        </p:nvSpPr>
        <p:spPr>
          <a:xfrm>
            <a:off x="736600" y="1500505"/>
            <a:ext cx="10515600" cy="4351338"/>
          </a:xfrm>
        </p:spPr>
        <p:txBody>
          <a:bodyPr>
            <a:normAutofit fontScale="92500" lnSpcReduction="20000"/>
          </a:bodyPr>
          <a:lstStyle/>
          <a:p>
            <a:r>
              <a:rPr lang="en-IN" dirty="0"/>
              <a:t>Lack of budget management while shopping. </a:t>
            </a:r>
          </a:p>
          <a:p>
            <a:r>
              <a:rPr lang="en-IN" dirty="0"/>
              <a:t>No price protection after adding items to the cart. </a:t>
            </a:r>
          </a:p>
          <a:p>
            <a:r>
              <a:rPr lang="en-IN" dirty="0"/>
              <a:t>Difficulty comparing products from different brands. </a:t>
            </a:r>
          </a:p>
          <a:p>
            <a:r>
              <a:rPr lang="en-IN" dirty="0"/>
              <a:t>No collaborative shopping for families or groups. </a:t>
            </a:r>
          </a:p>
          <a:p>
            <a:r>
              <a:rPr lang="en-IN" dirty="0"/>
              <a:t>Poor </a:t>
            </a:r>
            <a:r>
              <a:rPr lang="en-IN" dirty="0" err="1"/>
              <a:t>wishlist</a:t>
            </a:r>
            <a:r>
              <a:rPr lang="en-IN" dirty="0"/>
              <a:t> organization. </a:t>
            </a:r>
          </a:p>
          <a:p>
            <a:r>
              <a:rPr lang="en-IN" dirty="0"/>
              <a:t>Lengthy checkout process. </a:t>
            </a:r>
          </a:p>
          <a:p>
            <a:r>
              <a:rPr lang="en-IN" dirty="0"/>
              <a:t>Limited order tracking. </a:t>
            </a:r>
          </a:p>
          <a:p>
            <a:r>
              <a:rPr lang="en-IN" dirty="0"/>
              <a:t>Lack of personalized shopping assistance. </a:t>
            </a:r>
          </a:p>
          <a:p>
            <a:r>
              <a:rPr lang="en-IN" dirty="0"/>
              <a:t>High cart abandonment rate. </a:t>
            </a:r>
          </a:p>
          <a:p>
            <a:r>
              <a:rPr lang="en-IN" dirty="0"/>
              <a:t>Poor mobile shopping experience.</a:t>
            </a:r>
          </a:p>
          <a:p>
            <a:endParaRPr lang="en-IN" dirty="0"/>
          </a:p>
        </p:txBody>
      </p:sp>
    </p:spTree>
    <p:extLst>
      <p:ext uri="{BB962C8B-B14F-4D97-AF65-F5344CB8AC3E}">
        <p14:creationId xmlns:p14="http://schemas.microsoft.com/office/powerpoint/2010/main" val="3868460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B0583-D92B-5065-0C1C-E9E062190BE6}"/>
              </a:ext>
            </a:extLst>
          </p:cNvPr>
          <p:cNvSpPr>
            <a:spLocks noGrp="1"/>
          </p:cNvSpPr>
          <p:nvPr>
            <p:ph type="title"/>
          </p:nvPr>
        </p:nvSpPr>
        <p:spPr/>
        <p:txBody>
          <a:bodyPr/>
          <a:lstStyle/>
          <a:p>
            <a:r>
              <a:rPr lang="en-IN" dirty="0"/>
              <a:t>2.3 Advantages of the Proposed Features</a:t>
            </a:r>
          </a:p>
        </p:txBody>
      </p:sp>
      <p:sp>
        <p:nvSpPr>
          <p:cNvPr id="3" name="Content Placeholder 2">
            <a:extLst>
              <a:ext uri="{FF2B5EF4-FFF2-40B4-BE49-F238E27FC236}">
                <a16:creationId xmlns:a16="http://schemas.microsoft.com/office/drawing/2014/main" id="{6D14D371-D2D5-D137-4070-BC0B500F71A9}"/>
              </a:ext>
            </a:extLst>
          </p:cNvPr>
          <p:cNvSpPr>
            <a:spLocks noGrp="1"/>
          </p:cNvSpPr>
          <p:nvPr>
            <p:ph idx="1"/>
          </p:nvPr>
        </p:nvSpPr>
        <p:spPr>
          <a:xfrm>
            <a:off x="838200" y="1026160"/>
            <a:ext cx="10515600" cy="5150803"/>
          </a:xfrm>
        </p:spPr>
        <p:txBody>
          <a:bodyPr>
            <a:normAutofit/>
          </a:bodyPr>
          <a:lstStyle/>
          <a:p>
            <a:pPr marL="0" indent="0">
              <a:buNone/>
            </a:pPr>
            <a:endParaRPr lang="en-IN" b="1" dirty="0"/>
          </a:p>
          <a:p>
            <a:r>
              <a:rPr lang="en-IN" dirty="0"/>
              <a:t>Smarter shopping with budget management. </a:t>
            </a:r>
          </a:p>
          <a:p>
            <a:r>
              <a:rPr lang="en-IN" dirty="0"/>
              <a:t>Protection against price fluctuations. </a:t>
            </a:r>
          </a:p>
          <a:p>
            <a:r>
              <a:rPr lang="en-IN" dirty="0"/>
              <a:t>Better purchase decisions through product comparison. </a:t>
            </a:r>
          </a:p>
          <a:p>
            <a:r>
              <a:rPr lang="en-IN" dirty="0"/>
              <a:t>Family-friendly </a:t>
            </a:r>
            <a:r>
              <a:rPr lang="en-IN" dirty="0" err="1"/>
              <a:t>wishlist</a:t>
            </a:r>
            <a:r>
              <a:rPr lang="en-IN" dirty="0"/>
              <a:t> sharing. </a:t>
            </a:r>
          </a:p>
          <a:p>
            <a:r>
              <a:rPr lang="en-IN" dirty="0"/>
              <a:t>Real-time order tracking. </a:t>
            </a:r>
          </a:p>
          <a:p>
            <a:r>
              <a:rPr lang="en-IN" dirty="0"/>
              <a:t>Faster and more secure checkout. </a:t>
            </a:r>
          </a:p>
          <a:p>
            <a:r>
              <a:rPr lang="en-IN" dirty="0"/>
              <a:t>Attractive and responsive user interface. </a:t>
            </a:r>
          </a:p>
          <a:p>
            <a:r>
              <a:rPr lang="en-IN" dirty="0"/>
              <a:t>Improved customer satisfaction and reduced cart abandonment.</a:t>
            </a:r>
          </a:p>
          <a:p>
            <a:endParaRPr lang="en-IN" dirty="0"/>
          </a:p>
        </p:txBody>
      </p:sp>
    </p:spTree>
    <p:extLst>
      <p:ext uri="{BB962C8B-B14F-4D97-AF65-F5344CB8AC3E}">
        <p14:creationId xmlns:p14="http://schemas.microsoft.com/office/powerpoint/2010/main" val="3560399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EBB7-72C5-691A-C88A-0CC881FF5318}"/>
              </a:ext>
            </a:extLst>
          </p:cNvPr>
          <p:cNvSpPr>
            <a:spLocks noGrp="1"/>
          </p:cNvSpPr>
          <p:nvPr>
            <p:ph type="title"/>
          </p:nvPr>
        </p:nvSpPr>
        <p:spPr>
          <a:xfrm>
            <a:off x="1579880" y="1"/>
            <a:ext cx="10515600" cy="1005840"/>
          </a:xfrm>
        </p:spPr>
        <p:txBody>
          <a:bodyPr/>
          <a:lstStyle/>
          <a:p>
            <a:r>
              <a:rPr lang="en-IN" dirty="0"/>
              <a:t>CHAPTER 3: SYSTEM FEATURES</a:t>
            </a:r>
          </a:p>
        </p:txBody>
      </p:sp>
      <p:sp>
        <p:nvSpPr>
          <p:cNvPr id="3" name="Content Placeholder 2">
            <a:extLst>
              <a:ext uri="{FF2B5EF4-FFF2-40B4-BE49-F238E27FC236}">
                <a16:creationId xmlns:a16="http://schemas.microsoft.com/office/drawing/2014/main" id="{72B254CB-93FF-7B2A-16AE-7A400E9C4D5D}"/>
              </a:ext>
            </a:extLst>
          </p:cNvPr>
          <p:cNvSpPr>
            <a:spLocks noGrp="1"/>
          </p:cNvSpPr>
          <p:nvPr>
            <p:ph idx="1"/>
          </p:nvPr>
        </p:nvSpPr>
        <p:spPr>
          <a:xfrm>
            <a:off x="944880" y="1005841"/>
            <a:ext cx="11785600" cy="5537199"/>
          </a:xfrm>
        </p:spPr>
        <p:txBody>
          <a:bodyPr>
            <a:normAutofit fontScale="55000" lnSpcReduction="20000"/>
          </a:bodyPr>
          <a:lstStyle/>
          <a:p>
            <a:r>
              <a:rPr lang="en-IN" sz="3600" b="1" dirty="0"/>
              <a:t>Features</a:t>
            </a:r>
          </a:p>
          <a:p>
            <a:r>
              <a:rPr lang="en-IN" sz="3600" dirty="0"/>
              <a:t>AI-powered shopping interface. </a:t>
            </a:r>
          </a:p>
          <a:p>
            <a:r>
              <a:rPr lang="en-IN" sz="3600" dirty="0"/>
              <a:t>Product browsing. </a:t>
            </a:r>
          </a:p>
          <a:p>
            <a:r>
              <a:rPr lang="en-IN" sz="3600" dirty="0"/>
              <a:t>Flash deals section. </a:t>
            </a:r>
          </a:p>
          <a:p>
            <a:r>
              <a:rPr lang="en-IN" sz="3600" dirty="0"/>
              <a:t>Smart Buy recommendations. </a:t>
            </a:r>
          </a:p>
          <a:p>
            <a:r>
              <a:rPr lang="en-IN" sz="3600" dirty="0"/>
              <a:t>Product comparison option. </a:t>
            </a:r>
          </a:p>
          <a:p>
            <a:r>
              <a:rPr lang="en-IN" sz="3600" dirty="0"/>
              <a:t>One-click checkout option. </a:t>
            </a:r>
          </a:p>
          <a:p>
            <a:r>
              <a:rPr lang="en-IN" sz="3600" dirty="0"/>
              <a:t>Responsive navigation bar. </a:t>
            </a:r>
          </a:p>
          <a:p>
            <a:r>
              <a:rPr lang="en-IN" sz="3600" dirty="0"/>
              <a:t>User Login and Registration. </a:t>
            </a:r>
          </a:p>
          <a:p>
            <a:r>
              <a:rPr lang="en-IN" sz="3600" dirty="0"/>
              <a:t>Dark/Light mode support. </a:t>
            </a:r>
          </a:p>
          <a:p>
            <a:r>
              <a:rPr lang="en-IN" sz="3600" b="1" dirty="0"/>
              <a:t>Benefits</a:t>
            </a:r>
          </a:p>
          <a:p>
            <a:r>
              <a:rPr lang="en-IN" sz="3600" dirty="0"/>
              <a:t>Easy navigation. </a:t>
            </a:r>
          </a:p>
          <a:p>
            <a:r>
              <a:rPr lang="en-IN" sz="3600" dirty="0"/>
              <a:t>Fast product access. </a:t>
            </a:r>
          </a:p>
          <a:p>
            <a:r>
              <a:rPr lang="en-IN" sz="3600" dirty="0"/>
              <a:t>Better user experience. </a:t>
            </a:r>
          </a:p>
          <a:p>
            <a:r>
              <a:rPr lang="en-IN" sz="3600" dirty="0"/>
              <a:t>Attractive UI. </a:t>
            </a:r>
          </a:p>
          <a:p>
            <a:endParaRPr lang="en-IN" dirty="0"/>
          </a:p>
        </p:txBody>
      </p:sp>
    </p:spTree>
    <p:extLst>
      <p:ext uri="{BB962C8B-B14F-4D97-AF65-F5344CB8AC3E}">
        <p14:creationId xmlns:p14="http://schemas.microsoft.com/office/powerpoint/2010/main" val="745213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0756-9BE4-42AA-EC67-4BA57BD583D7}"/>
              </a:ext>
            </a:extLst>
          </p:cNvPr>
          <p:cNvSpPr>
            <a:spLocks noGrp="1"/>
          </p:cNvSpPr>
          <p:nvPr>
            <p:ph type="title"/>
          </p:nvPr>
        </p:nvSpPr>
        <p:spPr>
          <a:xfrm>
            <a:off x="1884680" y="35877"/>
            <a:ext cx="10515600" cy="1325563"/>
          </a:xfrm>
        </p:spPr>
        <p:txBody>
          <a:bodyPr/>
          <a:lstStyle/>
          <a:p>
            <a:r>
              <a:rPr lang="en-IN" dirty="0"/>
              <a:t>3.2 Shopping Cart Module</a:t>
            </a:r>
          </a:p>
        </p:txBody>
      </p:sp>
      <p:sp>
        <p:nvSpPr>
          <p:cNvPr id="3" name="Content Placeholder 2">
            <a:extLst>
              <a:ext uri="{FF2B5EF4-FFF2-40B4-BE49-F238E27FC236}">
                <a16:creationId xmlns:a16="http://schemas.microsoft.com/office/drawing/2014/main" id="{B33F705D-261C-D642-C70F-776A290264CF}"/>
              </a:ext>
            </a:extLst>
          </p:cNvPr>
          <p:cNvSpPr>
            <a:spLocks noGrp="1"/>
          </p:cNvSpPr>
          <p:nvPr>
            <p:ph idx="1"/>
          </p:nvPr>
        </p:nvSpPr>
        <p:spPr>
          <a:xfrm>
            <a:off x="579120" y="1361440"/>
            <a:ext cx="10774680" cy="4815523"/>
          </a:xfrm>
        </p:spPr>
        <p:txBody>
          <a:bodyPr>
            <a:normAutofit fontScale="85000" lnSpcReduction="20000"/>
          </a:bodyPr>
          <a:lstStyle/>
          <a:p>
            <a:r>
              <a:rPr lang="en-IN" b="1" dirty="0"/>
              <a:t>Smart Budget Cart</a:t>
            </a:r>
          </a:p>
          <a:p>
            <a:r>
              <a:rPr lang="en-IN" dirty="0"/>
              <a:t>Users can set a shopping budget. </a:t>
            </a:r>
          </a:p>
          <a:p>
            <a:r>
              <a:rPr lang="en-IN" dirty="0"/>
              <a:t>Helps control unnecessary spending. </a:t>
            </a:r>
          </a:p>
          <a:p>
            <a:r>
              <a:rPr lang="en-IN" dirty="0"/>
              <a:t>Displays budget usage. </a:t>
            </a:r>
          </a:p>
          <a:p>
            <a:r>
              <a:rPr lang="en-IN" b="1" dirty="0"/>
              <a:t>Group Purchase Cart</a:t>
            </a:r>
          </a:p>
          <a:p>
            <a:r>
              <a:rPr lang="en-IN" dirty="0"/>
              <a:t>Allows multiple users to purchase together. </a:t>
            </a:r>
          </a:p>
          <a:p>
            <a:r>
              <a:rPr lang="en-IN" dirty="0"/>
              <a:t>Generates a shared group cart. </a:t>
            </a:r>
          </a:p>
          <a:p>
            <a:r>
              <a:rPr lang="en-IN" dirty="0"/>
              <a:t>Useful for family and friends. </a:t>
            </a:r>
          </a:p>
          <a:p>
            <a:r>
              <a:rPr lang="en-IN" b="1" dirty="0"/>
              <a:t>Price Lock Feature</a:t>
            </a:r>
          </a:p>
          <a:p>
            <a:r>
              <a:rPr lang="en-IN" dirty="0"/>
              <a:t>Locks product prices for 24 hours. </a:t>
            </a:r>
          </a:p>
          <a:p>
            <a:r>
              <a:rPr lang="en-IN" dirty="0"/>
              <a:t>Prevents price changes after adding products. </a:t>
            </a:r>
          </a:p>
          <a:p>
            <a:r>
              <a:rPr lang="en-IN" dirty="0"/>
              <a:t>Gives customers confidence while shopping. </a:t>
            </a:r>
          </a:p>
          <a:p>
            <a:endParaRPr lang="en-IN" dirty="0"/>
          </a:p>
        </p:txBody>
      </p:sp>
    </p:spTree>
    <p:extLst>
      <p:ext uri="{BB962C8B-B14F-4D97-AF65-F5344CB8AC3E}">
        <p14:creationId xmlns:p14="http://schemas.microsoft.com/office/powerpoint/2010/main" val="1434469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BA8BC3-4201-7A16-743F-A29401E219CD}"/>
              </a:ext>
            </a:extLst>
          </p:cNvPr>
          <p:cNvSpPr txBox="1"/>
          <p:nvPr/>
        </p:nvSpPr>
        <p:spPr>
          <a:xfrm>
            <a:off x="927903" y="1320730"/>
            <a:ext cx="10336193" cy="4216539"/>
          </a:xfrm>
          <a:prstGeom prst="rect">
            <a:avLst/>
          </a:prstGeom>
          <a:noFill/>
        </p:spPr>
        <p:txBody>
          <a:bodyPr wrap="square" rtlCol="0">
            <a:spAutoFit/>
          </a:bodyPr>
          <a:lstStyle/>
          <a:p>
            <a:r>
              <a:rPr lang="en-IN" sz="2500" b="1" dirty="0"/>
              <a:t>Cart Health Score</a:t>
            </a:r>
          </a:p>
          <a:p>
            <a:r>
              <a:rPr lang="en-IN" sz="2500" dirty="0"/>
              <a:t>Calculates the shopping cart quality. </a:t>
            </a:r>
          </a:p>
          <a:p>
            <a:r>
              <a:rPr lang="en-IN" sz="2500" dirty="0"/>
              <a:t>Displays shopping score. </a:t>
            </a:r>
          </a:p>
          <a:p>
            <a:r>
              <a:rPr lang="en-IN" sz="2500" dirty="0"/>
              <a:t>Encourages users to complete purchases. </a:t>
            </a:r>
          </a:p>
          <a:p>
            <a:r>
              <a:rPr lang="en-IN" sz="2500" b="1" dirty="0"/>
              <a:t>Recently Viewed Products</a:t>
            </a:r>
          </a:p>
          <a:p>
            <a:r>
              <a:rPr lang="en-IN" sz="2500" dirty="0"/>
              <a:t>Shows recently viewed items. </a:t>
            </a:r>
          </a:p>
          <a:p>
            <a:r>
              <a:rPr lang="en-IN" sz="2500" dirty="0"/>
              <a:t>Helps users quickly revisit products. </a:t>
            </a:r>
          </a:p>
          <a:p>
            <a:r>
              <a:rPr lang="en-IN" sz="2500" b="1" dirty="0"/>
              <a:t>Cart Timeline</a:t>
            </a:r>
          </a:p>
          <a:p>
            <a:r>
              <a:rPr lang="en-IN" sz="2500" dirty="0"/>
              <a:t>Displays product addition timeline. </a:t>
            </a:r>
          </a:p>
          <a:p>
            <a:r>
              <a:rPr lang="en-IN" sz="2500" dirty="0"/>
              <a:t>Shows cart activity history.</a:t>
            </a:r>
          </a:p>
          <a:p>
            <a:endParaRPr lang="en-IN" dirty="0"/>
          </a:p>
        </p:txBody>
      </p:sp>
    </p:spTree>
    <p:extLst>
      <p:ext uri="{BB962C8B-B14F-4D97-AF65-F5344CB8AC3E}">
        <p14:creationId xmlns:p14="http://schemas.microsoft.com/office/powerpoint/2010/main" val="3694208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94667-4F1A-E0EC-61C2-FB86BC7A9D50}"/>
              </a:ext>
            </a:extLst>
          </p:cNvPr>
          <p:cNvSpPr>
            <a:spLocks noGrp="1"/>
          </p:cNvSpPr>
          <p:nvPr>
            <p:ph type="ctrTitle"/>
          </p:nvPr>
        </p:nvSpPr>
        <p:spPr>
          <a:xfrm>
            <a:off x="1824942" y="566778"/>
            <a:ext cx="9144000" cy="775885"/>
          </a:xfrm>
        </p:spPr>
        <p:txBody>
          <a:bodyPr>
            <a:normAutofit fontScale="90000"/>
          </a:bodyPr>
          <a:lstStyle/>
          <a:p>
            <a:r>
              <a:rPr lang="en-IN" dirty="0"/>
              <a:t>3.3 Wishlist Module</a:t>
            </a:r>
          </a:p>
        </p:txBody>
      </p:sp>
      <p:sp>
        <p:nvSpPr>
          <p:cNvPr id="3" name="Subtitle 2">
            <a:extLst>
              <a:ext uri="{FF2B5EF4-FFF2-40B4-BE49-F238E27FC236}">
                <a16:creationId xmlns:a16="http://schemas.microsoft.com/office/drawing/2014/main" id="{CFEB359F-4CA3-0347-D3F5-CB7F2BB9A7C8}"/>
              </a:ext>
            </a:extLst>
          </p:cNvPr>
          <p:cNvSpPr>
            <a:spLocks noGrp="1"/>
          </p:cNvSpPr>
          <p:nvPr>
            <p:ph type="subTitle" idx="1"/>
          </p:nvPr>
        </p:nvSpPr>
        <p:spPr>
          <a:xfrm>
            <a:off x="1524000" y="1342663"/>
            <a:ext cx="9144000" cy="4699322"/>
          </a:xfrm>
        </p:spPr>
        <p:txBody>
          <a:bodyPr>
            <a:normAutofit lnSpcReduction="10000"/>
          </a:bodyPr>
          <a:lstStyle/>
          <a:p>
            <a:pPr algn="l"/>
            <a:r>
              <a:rPr lang="en-IN" b="1" dirty="0"/>
              <a:t>Features</a:t>
            </a:r>
          </a:p>
          <a:p>
            <a:pPr algn="l"/>
            <a:r>
              <a:rPr lang="en-IN" dirty="0"/>
              <a:t>Save </a:t>
            </a:r>
            <a:r>
              <a:rPr lang="en-IN" dirty="0" err="1"/>
              <a:t>favorite</a:t>
            </a:r>
            <a:r>
              <a:rPr lang="en-IN" dirty="0"/>
              <a:t> products. </a:t>
            </a:r>
          </a:p>
          <a:p>
            <a:pPr algn="l"/>
            <a:r>
              <a:rPr lang="en-IN" dirty="0"/>
              <a:t>Family Wishlist support. </a:t>
            </a:r>
          </a:p>
          <a:p>
            <a:pPr algn="l"/>
            <a:r>
              <a:rPr lang="en-IN" dirty="0"/>
              <a:t>Multiple </a:t>
            </a:r>
            <a:r>
              <a:rPr lang="en-IN" dirty="0" err="1"/>
              <a:t>wishlist</a:t>
            </a:r>
            <a:r>
              <a:rPr lang="en-IN" dirty="0"/>
              <a:t> profiles. </a:t>
            </a:r>
          </a:p>
          <a:p>
            <a:pPr algn="l"/>
            <a:r>
              <a:rPr lang="en-IN" dirty="0"/>
              <a:t>Multi-user sharing. </a:t>
            </a:r>
          </a:p>
          <a:p>
            <a:pPr algn="l"/>
            <a:r>
              <a:rPr lang="en-IN" dirty="0"/>
              <a:t>Add family members. </a:t>
            </a:r>
          </a:p>
          <a:p>
            <a:pPr algn="l"/>
            <a:r>
              <a:rPr lang="en-IN" dirty="0"/>
              <a:t>Browse saved products later. </a:t>
            </a:r>
          </a:p>
          <a:p>
            <a:pPr algn="l"/>
            <a:r>
              <a:rPr lang="en-IN" b="1" dirty="0"/>
              <a:t>Benefits</a:t>
            </a:r>
          </a:p>
          <a:p>
            <a:pPr algn="l"/>
            <a:r>
              <a:rPr lang="en-IN" dirty="0"/>
              <a:t>Easy product management. </a:t>
            </a:r>
          </a:p>
          <a:p>
            <a:pPr algn="l"/>
            <a:r>
              <a:rPr lang="en-IN" dirty="0"/>
              <a:t>Family shopping support. </a:t>
            </a:r>
          </a:p>
          <a:p>
            <a:pPr algn="l"/>
            <a:r>
              <a:rPr lang="en-IN" dirty="0"/>
              <a:t>Personalized shopping experience</a:t>
            </a:r>
          </a:p>
          <a:p>
            <a:pPr algn="l"/>
            <a:endParaRPr lang="en-IN" dirty="0"/>
          </a:p>
        </p:txBody>
      </p:sp>
    </p:spTree>
    <p:extLst>
      <p:ext uri="{BB962C8B-B14F-4D97-AF65-F5344CB8AC3E}">
        <p14:creationId xmlns:p14="http://schemas.microsoft.com/office/powerpoint/2010/main" val="1029111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F13EF-3261-C51B-60DB-B134C4C388D8}"/>
              </a:ext>
            </a:extLst>
          </p:cNvPr>
          <p:cNvSpPr>
            <a:spLocks noGrp="1"/>
          </p:cNvSpPr>
          <p:nvPr>
            <p:ph type="title"/>
          </p:nvPr>
        </p:nvSpPr>
        <p:spPr/>
        <p:txBody>
          <a:bodyPr/>
          <a:lstStyle/>
          <a:p>
            <a:r>
              <a:rPr lang="en-IN" dirty="0"/>
              <a:t>CHAPTER 4: MODULES IMPLEMENTED</a:t>
            </a:r>
          </a:p>
        </p:txBody>
      </p:sp>
      <p:sp>
        <p:nvSpPr>
          <p:cNvPr id="3" name="Content Placeholder 2">
            <a:extLst>
              <a:ext uri="{FF2B5EF4-FFF2-40B4-BE49-F238E27FC236}">
                <a16:creationId xmlns:a16="http://schemas.microsoft.com/office/drawing/2014/main" id="{B7D44347-6799-BA03-CB58-67247953514F}"/>
              </a:ext>
            </a:extLst>
          </p:cNvPr>
          <p:cNvSpPr>
            <a:spLocks noGrp="1"/>
          </p:cNvSpPr>
          <p:nvPr>
            <p:ph idx="1"/>
          </p:nvPr>
        </p:nvSpPr>
        <p:spPr/>
        <p:txBody>
          <a:bodyPr/>
          <a:lstStyle/>
          <a:p>
            <a:r>
              <a:rPr lang="en-IN" dirty="0"/>
              <a:t>The </a:t>
            </a:r>
            <a:r>
              <a:rPr lang="en-IN" b="1" dirty="0" err="1"/>
              <a:t>SmartCart</a:t>
            </a:r>
            <a:r>
              <a:rPr lang="en-IN" b="1" dirty="0"/>
              <a:t> – Shopping Cart and Checkout Flow</a:t>
            </a:r>
            <a:r>
              <a:rPr lang="en-IN" dirty="0"/>
              <a:t> project is divided into several functional modules. Each module is designed to perform a specific task, making the application organized, scalable, and user-friendly. The following sections describe the implemented modules.</a:t>
            </a:r>
          </a:p>
        </p:txBody>
      </p:sp>
    </p:spTree>
    <p:extLst>
      <p:ext uri="{BB962C8B-B14F-4D97-AF65-F5344CB8AC3E}">
        <p14:creationId xmlns:p14="http://schemas.microsoft.com/office/powerpoint/2010/main" val="627369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F59714-3A62-3705-7E76-94D0011358D9}"/>
              </a:ext>
            </a:extLst>
          </p:cNvPr>
          <p:cNvPicPr>
            <a:picLocks noChangeAspect="1"/>
          </p:cNvPicPr>
          <p:nvPr/>
        </p:nvPicPr>
        <p:blipFill>
          <a:blip r:embed="rId2"/>
          <a:stretch>
            <a:fillRect/>
          </a:stretch>
        </p:blipFill>
        <p:spPr>
          <a:xfrm>
            <a:off x="740780" y="182598"/>
            <a:ext cx="10752881" cy="6492803"/>
          </a:xfrm>
          <a:prstGeom prst="rect">
            <a:avLst/>
          </a:prstGeom>
        </p:spPr>
      </p:pic>
    </p:spTree>
    <p:extLst>
      <p:ext uri="{BB962C8B-B14F-4D97-AF65-F5344CB8AC3E}">
        <p14:creationId xmlns:p14="http://schemas.microsoft.com/office/powerpoint/2010/main" val="2732375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6BE098-8432-AA26-9926-5C2C6C83B574}"/>
              </a:ext>
            </a:extLst>
          </p:cNvPr>
          <p:cNvPicPr>
            <a:picLocks noChangeAspect="1"/>
          </p:cNvPicPr>
          <p:nvPr/>
        </p:nvPicPr>
        <p:blipFill>
          <a:blip r:embed="rId2"/>
          <a:stretch>
            <a:fillRect/>
          </a:stretch>
        </p:blipFill>
        <p:spPr>
          <a:xfrm>
            <a:off x="1429966" y="296908"/>
            <a:ext cx="9562289" cy="6264183"/>
          </a:xfrm>
          <a:prstGeom prst="rect">
            <a:avLst/>
          </a:prstGeom>
        </p:spPr>
      </p:pic>
    </p:spTree>
    <p:extLst>
      <p:ext uri="{BB962C8B-B14F-4D97-AF65-F5344CB8AC3E}">
        <p14:creationId xmlns:p14="http://schemas.microsoft.com/office/powerpoint/2010/main" val="3143676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A740C7-74CF-8B0C-3C2B-49E15039A3BC}"/>
              </a:ext>
            </a:extLst>
          </p:cNvPr>
          <p:cNvPicPr>
            <a:picLocks noChangeAspect="1"/>
          </p:cNvPicPr>
          <p:nvPr/>
        </p:nvPicPr>
        <p:blipFill>
          <a:blip r:embed="rId2"/>
          <a:stretch>
            <a:fillRect/>
          </a:stretch>
        </p:blipFill>
        <p:spPr>
          <a:xfrm>
            <a:off x="1303507" y="430270"/>
            <a:ext cx="10009762" cy="5997460"/>
          </a:xfrm>
          <a:prstGeom prst="rect">
            <a:avLst/>
          </a:prstGeom>
        </p:spPr>
      </p:pic>
    </p:spTree>
    <p:extLst>
      <p:ext uri="{BB962C8B-B14F-4D97-AF65-F5344CB8AC3E}">
        <p14:creationId xmlns:p14="http://schemas.microsoft.com/office/powerpoint/2010/main" val="1931030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4CDD90-E5C1-1949-3461-D17AF63A742C}"/>
              </a:ext>
            </a:extLst>
          </p:cNvPr>
          <p:cNvPicPr>
            <a:picLocks noChangeAspect="1"/>
          </p:cNvPicPr>
          <p:nvPr/>
        </p:nvPicPr>
        <p:blipFill>
          <a:blip r:embed="rId2"/>
          <a:stretch>
            <a:fillRect/>
          </a:stretch>
        </p:blipFill>
        <p:spPr>
          <a:xfrm>
            <a:off x="841989" y="1404566"/>
            <a:ext cx="9986625" cy="5080000"/>
          </a:xfrm>
          <a:prstGeom prst="rect">
            <a:avLst/>
          </a:prstGeom>
        </p:spPr>
      </p:pic>
      <p:sp>
        <p:nvSpPr>
          <p:cNvPr id="4" name="TextBox 3">
            <a:extLst>
              <a:ext uri="{FF2B5EF4-FFF2-40B4-BE49-F238E27FC236}">
                <a16:creationId xmlns:a16="http://schemas.microsoft.com/office/drawing/2014/main" id="{0F39C325-998A-05BC-3143-375BA7817A0E}"/>
              </a:ext>
            </a:extLst>
          </p:cNvPr>
          <p:cNvSpPr txBox="1"/>
          <p:nvPr/>
        </p:nvSpPr>
        <p:spPr>
          <a:xfrm>
            <a:off x="2393003" y="373434"/>
            <a:ext cx="7626485" cy="584775"/>
          </a:xfrm>
          <a:prstGeom prst="rect">
            <a:avLst/>
          </a:prstGeom>
          <a:noFill/>
        </p:spPr>
        <p:txBody>
          <a:bodyPr wrap="square" rtlCol="0">
            <a:spAutoFit/>
          </a:bodyPr>
          <a:lstStyle/>
          <a:p>
            <a:r>
              <a:rPr lang="en-IN" sz="3200" dirty="0"/>
              <a:t>CHAPTER 5: OUTPUT AND INTERFACE</a:t>
            </a:r>
          </a:p>
        </p:txBody>
      </p:sp>
    </p:spTree>
    <p:extLst>
      <p:ext uri="{BB962C8B-B14F-4D97-AF65-F5344CB8AC3E}">
        <p14:creationId xmlns:p14="http://schemas.microsoft.com/office/powerpoint/2010/main" val="1787890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587DBB-D1E7-6B01-984F-3DF37FB9A85D}"/>
              </a:ext>
            </a:extLst>
          </p:cNvPr>
          <p:cNvPicPr>
            <a:picLocks noChangeAspect="1"/>
          </p:cNvPicPr>
          <p:nvPr/>
        </p:nvPicPr>
        <p:blipFill>
          <a:blip r:embed="rId2"/>
          <a:stretch>
            <a:fillRect/>
          </a:stretch>
        </p:blipFill>
        <p:spPr>
          <a:xfrm>
            <a:off x="1600200" y="812801"/>
            <a:ext cx="9352280" cy="5161280"/>
          </a:xfrm>
          <a:prstGeom prst="rect">
            <a:avLst/>
          </a:prstGeom>
        </p:spPr>
      </p:pic>
    </p:spTree>
    <p:extLst>
      <p:ext uri="{BB962C8B-B14F-4D97-AF65-F5344CB8AC3E}">
        <p14:creationId xmlns:p14="http://schemas.microsoft.com/office/powerpoint/2010/main" val="4183348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E4DB14-641C-5B61-48A3-265625DDB3FA}"/>
              </a:ext>
            </a:extLst>
          </p:cNvPr>
          <p:cNvPicPr>
            <a:picLocks noChangeAspect="1"/>
          </p:cNvPicPr>
          <p:nvPr/>
        </p:nvPicPr>
        <p:blipFill>
          <a:blip r:embed="rId2"/>
          <a:stretch>
            <a:fillRect/>
          </a:stretch>
        </p:blipFill>
        <p:spPr>
          <a:xfrm>
            <a:off x="1584960" y="751839"/>
            <a:ext cx="8849360" cy="5612565"/>
          </a:xfrm>
          <a:prstGeom prst="rect">
            <a:avLst/>
          </a:prstGeom>
        </p:spPr>
      </p:pic>
    </p:spTree>
    <p:extLst>
      <p:ext uri="{BB962C8B-B14F-4D97-AF65-F5344CB8AC3E}">
        <p14:creationId xmlns:p14="http://schemas.microsoft.com/office/powerpoint/2010/main" val="412141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31FFB5-2380-0D31-FA57-695C6B11ED4D}"/>
              </a:ext>
            </a:extLst>
          </p:cNvPr>
          <p:cNvPicPr>
            <a:picLocks noChangeAspect="1"/>
          </p:cNvPicPr>
          <p:nvPr/>
        </p:nvPicPr>
        <p:blipFill>
          <a:blip r:embed="rId2"/>
          <a:stretch>
            <a:fillRect/>
          </a:stretch>
        </p:blipFill>
        <p:spPr>
          <a:xfrm>
            <a:off x="1249680" y="853440"/>
            <a:ext cx="9387840" cy="5523096"/>
          </a:xfrm>
          <a:prstGeom prst="rect">
            <a:avLst/>
          </a:prstGeom>
        </p:spPr>
      </p:pic>
    </p:spTree>
    <p:extLst>
      <p:ext uri="{BB962C8B-B14F-4D97-AF65-F5344CB8AC3E}">
        <p14:creationId xmlns:p14="http://schemas.microsoft.com/office/powerpoint/2010/main" val="621987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C54E6-EDFA-AA3F-13C9-4417180BF632}"/>
              </a:ext>
            </a:extLst>
          </p:cNvPr>
          <p:cNvSpPr>
            <a:spLocks noGrp="1"/>
          </p:cNvSpPr>
          <p:nvPr>
            <p:ph type="title"/>
          </p:nvPr>
        </p:nvSpPr>
        <p:spPr/>
        <p:txBody>
          <a:bodyPr/>
          <a:lstStyle/>
          <a:p>
            <a:r>
              <a:rPr lang="en-IN" dirty="0"/>
              <a:t>CHAPTER 6: SYSTEM ARCHITECTURE</a:t>
            </a:r>
          </a:p>
        </p:txBody>
      </p:sp>
      <p:sp>
        <p:nvSpPr>
          <p:cNvPr id="3" name="Content Placeholder 2">
            <a:extLst>
              <a:ext uri="{FF2B5EF4-FFF2-40B4-BE49-F238E27FC236}">
                <a16:creationId xmlns:a16="http://schemas.microsoft.com/office/drawing/2014/main" id="{76AB387A-D24D-1429-D64D-4FA51B8EE82C}"/>
              </a:ext>
            </a:extLst>
          </p:cNvPr>
          <p:cNvSpPr>
            <a:spLocks noGrp="1"/>
          </p:cNvSpPr>
          <p:nvPr>
            <p:ph idx="1"/>
          </p:nvPr>
        </p:nvSpPr>
        <p:spPr/>
        <p:txBody>
          <a:bodyPr/>
          <a:lstStyle/>
          <a:p>
            <a:r>
              <a:rPr lang="en-IN" dirty="0"/>
              <a:t>The </a:t>
            </a:r>
            <a:r>
              <a:rPr lang="en-IN" b="1" dirty="0"/>
              <a:t>System Architecture</a:t>
            </a:r>
            <a:r>
              <a:rPr lang="en-IN" dirty="0"/>
              <a:t> of the </a:t>
            </a:r>
            <a:r>
              <a:rPr lang="en-IN" dirty="0" err="1"/>
              <a:t>SmartCart</a:t>
            </a:r>
            <a:r>
              <a:rPr lang="en-IN" dirty="0"/>
              <a:t> application illustrates how different components of the system communicate to provide a seamless shopping experience. The architecture follows a modular design, where each module performs a specific task and interacts with other modules through well-defined interfaces. The frontend is developed using </a:t>
            </a:r>
            <a:r>
              <a:rPr lang="en-IN" b="1" dirty="0"/>
              <a:t>React.js</a:t>
            </a:r>
            <a:r>
              <a:rPr lang="en-IN" dirty="0"/>
              <a:t>, while data is managed using </a:t>
            </a:r>
            <a:r>
              <a:rPr lang="en-IN" b="1" dirty="0"/>
              <a:t>Local Storage</a:t>
            </a:r>
            <a:r>
              <a:rPr lang="en-IN" dirty="0"/>
              <a:t> (or a backend database if integrated). This modular architecture improves scalability, maintainability, and user experience.</a:t>
            </a:r>
          </a:p>
        </p:txBody>
      </p:sp>
    </p:spTree>
    <p:extLst>
      <p:ext uri="{BB962C8B-B14F-4D97-AF65-F5344CB8AC3E}">
        <p14:creationId xmlns:p14="http://schemas.microsoft.com/office/powerpoint/2010/main" val="2523625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7BAACA-9646-E016-0829-E6931D2F2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251604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4E8C6-ECFC-A5B1-544B-80A1A43EDB37}"/>
              </a:ext>
            </a:extLst>
          </p:cNvPr>
          <p:cNvSpPr>
            <a:spLocks noGrp="1"/>
          </p:cNvSpPr>
          <p:nvPr>
            <p:ph type="title"/>
          </p:nvPr>
        </p:nvSpPr>
        <p:spPr/>
        <p:txBody>
          <a:bodyPr/>
          <a:lstStyle/>
          <a:p>
            <a:r>
              <a:rPr lang="en-IN" dirty="0"/>
              <a:t>Technologies Used</a:t>
            </a:r>
          </a:p>
        </p:txBody>
      </p:sp>
      <p:pic>
        <p:nvPicPr>
          <p:cNvPr id="7" name="Content Placeholder 6">
            <a:extLst>
              <a:ext uri="{FF2B5EF4-FFF2-40B4-BE49-F238E27FC236}">
                <a16:creationId xmlns:a16="http://schemas.microsoft.com/office/drawing/2014/main" id="{83FD975B-59BD-5047-9E5A-EA207F2359C9}"/>
              </a:ext>
            </a:extLst>
          </p:cNvPr>
          <p:cNvPicPr>
            <a:picLocks noGrp="1" noChangeAspect="1"/>
          </p:cNvPicPr>
          <p:nvPr>
            <p:ph idx="1"/>
          </p:nvPr>
        </p:nvPicPr>
        <p:blipFill>
          <a:blip r:embed="rId2"/>
          <a:stretch>
            <a:fillRect/>
          </a:stretch>
        </p:blipFill>
        <p:spPr>
          <a:xfrm>
            <a:off x="2007515" y="1970388"/>
            <a:ext cx="8176969" cy="4061812"/>
          </a:xfrm>
          <a:prstGeom prst="rect">
            <a:avLst/>
          </a:prstGeom>
        </p:spPr>
      </p:pic>
    </p:spTree>
    <p:extLst>
      <p:ext uri="{BB962C8B-B14F-4D97-AF65-F5344CB8AC3E}">
        <p14:creationId xmlns:p14="http://schemas.microsoft.com/office/powerpoint/2010/main" val="1597876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672A-F36D-5471-D467-188BE1897AA3}"/>
              </a:ext>
            </a:extLst>
          </p:cNvPr>
          <p:cNvSpPr>
            <a:spLocks noGrp="1"/>
          </p:cNvSpPr>
          <p:nvPr>
            <p:ph type="title"/>
          </p:nvPr>
        </p:nvSpPr>
        <p:spPr/>
        <p:txBody>
          <a:bodyPr/>
          <a:lstStyle/>
          <a:p>
            <a:r>
              <a:rPr lang="en-IN" dirty="0"/>
              <a:t>Advantages of the Architecture</a:t>
            </a:r>
          </a:p>
        </p:txBody>
      </p:sp>
      <p:sp>
        <p:nvSpPr>
          <p:cNvPr id="3" name="Content Placeholder 2">
            <a:extLst>
              <a:ext uri="{FF2B5EF4-FFF2-40B4-BE49-F238E27FC236}">
                <a16:creationId xmlns:a16="http://schemas.microsoft.com/office/drawing/2014/main" id="{63587D6E-9A0E-A5CA-F360-9E0230F2574E}"/>
              </a:ext>
            </a:extLst>
          </p:cNvPr>
          <p:cNvSpPr>
            <a:spLocks noGrp="1"/>
          </p:cNvSpPr>
          <p:nvPr>
            <p:ph idx="1"/>
          </p:nvPr>
        </p:nvSpPr>
        <p:spPr/>
        <p:txBody>
          <a:bodyPr>
            <a:normAutofit lnSpcReduction="10000"/>
          </a:bodyPr>
          <a:lstStyle/>
          <a:p>
            <a:r>
              <a:rPr lang="en-IN" dirty="0"/>
              <a:t>Modular and easy to maintain. </a:t>
            </a:r>
          </a:p>
          <a:p>
            <a:r>
              <a:rPr lang="en-IN" dirty="0"/>
              <a:t>Reusable React components. </a:t>
            </a:r>
          </a:p>
          <a:p>
            <a:r>
              <a:rPr lang="en-IN" dirty="0"/>
              <a:t>Fast and responsive user interface. </a:t>
            </a:r>
          </a:p>
          <a:p>
            <a:r>
              <a:rPr lang="en-IN" dirty="0"/>
              <a:t>Easy integration with backend services. </a:t>
            </a:r>
          </a:p>
          <a:p>
            <a:r>
              <a:rPr lang="en-IN" dirty="0"/>
              <a:t>Scalable for future enhancements. </a:t>
            </a:r>
          </a:p>
          <a:p>
            <a:r>
              <a:rPr lang="en-IN" dirty="0"/>
              <a:t>Improved code organization. </a:t>
            </a:r>
          </a:p>
          <a:p>
            <a:r>
              <a:rPr lang="en-IN" dirty="0"/>
              <a:t>Better performance and user experience. </a:t>
            </a:r>
          </a:p>
          <a:p>
            <a:r>
              <a:rPr lang="en-IN" dirty="0"/>
              <a:t>Supports additional features like payment gateways and AI recommendations</a:t>
            </a:r>
          </a:p>
          <a:p>
            <a:endParaRPr lang="en-IN" dirty="0"/>
          </a:p>
        </p:txBody>
      </p:sp>
    </p:spTree>
    <p:extLst>
      <p:ext uri="{BB962C8B-B14F-4D97-AF65-F5344CB8AC3E}">
        <p14:creationId xmlns:p14="http://schemas.microsoft.com/office/powerpoint/2010/main" val="518341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F4CA9-497F-583D-B02F-CDDA04D61445}"/>
              </a:ext>
            </a:extLst>
          </p:cNvPr>
          <p:cNvSpPr>
            <a:spLocks noGrp="1"/>
          </p:cNvSpPr>
          <p:nvPr>
            <p:ph type="title"/>
          </p:nvPr>
        </p:nvSpPr>
        <p:spPr/>
        <p:txBody>
          <a:bodyPr/>
          <a:lstStyle/>
          <a:p>
            <a:r>
              <a:rPr lang="en-IN" dirty="0"/>
              <a:t>CHAPTER 7: CONCLUSION AND FUTURE SCOPE</a:t>
            </a:r>
          </a:p>
        </p:txBody>
      </p:sp>
      <p:sp>
        <p:nvSpPr>
          <p:cNvPr id="3" name="Content Placeholder 2">
            <a:extLst>
              <a:ext uri="{FF2B5EF4-FFF2-40B4-BE49-F238E27FC236}">
                <a16:creationId xmlns:a16="http://schemas.microsoft.com/office/drawing/2014/main" id="{2D5C8678-09BD-124C-605B-5122D7A29E12}"/>
              </a:ext>
            </a:extLst>
          </p:cNvPr>
          <p:cNvSpPr>
            <a:spLocks noGrp="1"/>
          </p:cNvSpPr>
          <p:nvPr>
            <p:ph idx="1"/>
          </p:nvPr>
        </p:nvSpPr>
        <p:spPr/>
        <p:txBody>
          <a:bodyPr>
            <a:normAutofit fontScale="92500" lnSpcReduction="20000"/>
          </a:bodyPr>
          <a:lstStyle/>
          <a:p>
            <a:r>
              <a:rPr lang="en-IN" dirty="0"/>
              <a:t>The </a:t>
            </a:r>
            <a:r>
              <a:rPr lang="en-IN" b="1" dirty="0" err="1"/>
              <a:t>SmartCart</a:t>
            </a:r>
            <a:r>
              <a:rPr lang="en-IN" b="1" dirty="0"/>
              <a:t> – Shopping Cart and Checkout Flow</a:t>
            </a:r>
            <a:r>
              <a:rPr lang="en-IN" dirty="0"/>
              <a:t> project was successfully designed and developed to provide a modern, intelligent, and user-friendly online shopping experience. The application simplifies the shopping process by combining traditional e-commerce functionalities with innovative features that improve customer convenience and decision-making.</a:t>
            </a:r>
          </a:p>
          <a:p>
            <a:r>
              <a:rPr lang="en-IN" dirty="0"/>
              <a:t>The system enables users to browse products, manage their shopping cart, compare products, save items in </a:t>
            </a:r>
            <a:r>
              <a:rPr lang="en-IN" dirty="0" err="1"/>
              <a:t>wishlists</a:t>
            </a:r>
            <a:r>
              <a:rPr lang="en-IN" dirty="0"/>
              <a:t>, track orders, and complete purchases through a smooth checkout process. In addition, advanced features such as </a:t>
            </a:r>
            <a:r>
              <a:rPr lang="en-IN" b="1" dirty="0"/>
              <a:t>Smart Budget Cart</a:t>
            </a:r>
            <a:r>
              <a:rPr lang="en-IN" dirty="0"/>
              <a:t>, </a:t>
            </a:r>
            <a:r>
              <a:rPr lang="en-IN" b="1" dirty="0"/>
              <a:t>Group Purchase Cart</a:t>
            </a:r>
            <a:r>
              <a:rPr lang="en-IN" dirty="0"/>
              <a:t>, </a:t>
            </a:r>
            <a:r>
              <a:rPr lang="en-IN" b="1" dirty="0"/>
              <a:t>Price Lock</a:t>
            </a:r>
            <a:r>
              <a:rPr lang="en-IN" dirty="0"/>
              <a:t>, </a:t>
            </a:r>
            <a:r>
              <a:rPr lang="en-IN" b="1" dirty="0"/>
              <a:t>Family Wishlist</a:t>
            </a:r>
            <a:r>
              <a:rPr lang="en-IN" dirty="0"/>
              <a:t>, </a:t>
            </a:r>
            <a:r>
              <a:rPr lang="en-IN" b="1" dirty="0"/>
              <a:t>Cart Health Score</a:t>
            </a:r>
            <a:r>
              <a:rPr lang="en-IN" dirty="0"/>
              <a:t>, </a:t>
            </a:r>
            <a:r>
              <a:rPr lang="en-IN" b="1" dirty="0"/>
              <a:t>Flash Deals</a:t>
            </a:r>
            <a:r>
              <a:rPr lang="en-IN" dirty="0"/>
              <a:t>, and </a:t>
            </a:r>
            <a:r>
              <a:rPr lang="en-IN" b="1" dirty="0"/>
              <a:t>Smart Buy Recommendations</a:t>
            </a:r>
            <a:r>
              <a:rPr lang="en-IN" dirty="0"/>
              <a:t> enhance the overall shopping experience and distinguish the application from conventional online shopping platforms</a:t>
            </a:r>
          </a:p>
          <a:p>
            <a:endParaRPr lang="en-IN" dirty="0"/>
          </a:p>
        </p:txBody>
      </p:sp>
    </p:spTree>
    <p:extLst>
      <p:ext uri="{BB962C8B-B14F-4D97-AF65-F5344CB8AC3E}">
        <p14:creationId xmlns:p14="http://schemas.microsoft.com/office/powerpoint/2010/main" val="4245427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752234-229C-9C88-C98D-54C3C3D19952}"/>
              </a:ext>
            </a:extLst>
          </p:cNvPr>
          <p:cNvSpPr>
            <a:spLocks noGrp="1"/>
          </p:cNvSpPr>
          <p:nvPr>
            <p:ph idx="1"/>
          </p:nvPr>
        </p:nvSpPr>
        <p:spPr>
          <a:xfrm>
            <a:off x="731196" y="1057140"/>
            <a:ext cx="10515600" cy="4351338"/>
          </a:xfrm>
        </p:spPr>
        <p:txBody>
          <a:bodyPr/>
          <a:lstStyle/>
          <a:p>
            <a:r>
              <a:rPr lang="en-IN" dirty="0"/>
              <a:t>The project was implemented using </a:t>
            </a:r>
            <a:r>
              <a:rPr lang="en-IN" b="1" dirty="0"/>
              <a:t>React.js, HTML5, CSS3, and JavaScript</a:t>
            </a:r>
            <a:r>
              <a:rPr lang="en-IN" dirty="0"/>
              <a:t>, resulting in a responsive, interactive, and visually appealing web application. The modular design improves maintainability and scalability, allowing future enhancements with minimal effort.</a:t>
            </a:r>
          </a:p>
          <a:p>
            <a:r>
              <a:rPr lang="en-IN" dirty="0"/>
              <a:t>Overall, the project achieves its objectives by providing a secure, efficient, and feature-rich shopping platform that improves customer satisfaction, reduces cart abandonment, and promotes smarter purchasing decisions.</a:t>
            </a:r>
          </a:p>
          <a:p>
            <a:endParaRPr lang="en-IN" dirty="0"/>
          </a:p>
        </p:txBody>
      </p:sp>
    </p:spTree>
    <p:extLst>
      <p:ext uri="{BB962C8B-B14F-4D97-AF65-F5344CB8AC3E}">
        <p14:creationId xmlns:p14="http://schemas.microsoft.com/office/powerpoint/2010/main" val="3523420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D2A5-10E9-D30E-EE54-47CF55215653}"/>
              </a:ext>
            </a:extLst>
          </p:cNvPr>
          <p:cNvSpPr>
            <a:spLocks noGrp="1"/>
          </p:cNvSpPr>
          <p:nvPr>
            <p:ph type="title"/>
          </p:nvPr>
        </p:nvSpPr>
        <p:spPr>
          <a:xfrm>
            <a:off x="1235413" y="120683"/>
            <a:ext cx="10515600" cy="1325563"/>
          </a:xfrm>
        </p:spPr>
        <p:txBody>
          <a:bodyPr/>
          <a:lstStyle/>
          <a:p>
            <a:r>
              <a:rPr lang="en-IN" dirty="0"/>
              <a:t>7.1 Future Scope</a:t>
            </a:r>
          </a:p>
        </p:txBody>
      </p:sp>
      <p:sp>
        <p:nvSpPr>
          <p:cNvPr id="3" name="Content Placeholder 2">
            <a:extLst>
              <a:ext uri="{FF2B5EF4-FFF2-40B4-BE49-F238E27FC236}">
                <a16:creationId xmlns:a16="http://schemas.microsoft.com/office/drawing/2014/main" id="{A560CE4D-1222-0802-5867-AE6D50B87652}"/>
              </a:ext>
            </a:extLst>
          </p:cNvPr>
          <p:cNvSpPr>
            <a:spLocks noGrp="1"/>
          </p:cNvSpPr>
          <p:nvPr>
            <p:ph idx="1"/>
          </p:nvPr>
        </p:nvSpPr>
        <p:spPr>
          <a:xfrm>
            <a:off x="750651" y="1446246"/>
            <a:ext cx="11000362" cy="4886460"/>
          </a:xfrm>
        </p:spPr>
        <p:txBody>
          <a:bodyPr>
            <a:normAutofit fontScale="92500" lnSpcReduction="20000"/>
          </a:bodyPr>
          <a:lstStyle/>
          <a:p>
            <a:r>
              <a:rPr lang="en-IN" b="1" dirty="0"/>
              <a:t>The </a:t>
            </a:r>
            <a:r>
              <a:rPr lang="en-IN" b="1" dirty="0" err="1"/>
              <a:t>SmartCart</a:t>
            </a:r>
            <a:r>
              <a:rPr lang="en-IN" b="1" dirty="0"/>
              <a:t> application can be further enhanced with several advanced features, including:</a:t>
            </a:r>
          </a:p>
          <a:p>
            <a:endParaRPr lang="en-IN" b="1" dirty="0"/>
          </a:p>
          <a:p>
            <a:r>
              <a:rPr lang="en-IN" dirty="0"/>
              <a:t>Integration with secure online payment gateways such as UPI, PayPal, and Stripe. </a:t>
            </a:r>
          </a:p>
          <a:p>
            <a:r>
              <a:rPr lang="en-IN" dirty="0"/>
              <a:t>AI-based personalized product recommendations using customer purchase history. </a:t>
            </a:r>
          </a:p>
          <a:p>
            <a:r>
              <a:rPr lang="en-IN" dirty="0"/>
              <a:t>Voice-assisted shopping using speech recognition. </a:t>
            </a:r>
          </a:p>
          <a:p>
            <a:r>
              <a:rPr lang="en-IN" dirty="0"/>
              <a:t>Barcode and QR code scanning for faster product search. </a:t>
            </a:r>
          </a:p>
          <a:p>
            <a:r>
              <a:rPr lang="en-IN" dirty="0"/>
              <a:t>Live inventory management with real-time stock updates. </a:t>
            </a:r>
          </a:p>
          <a:p>
            <a:r>
              <a:rPr lang="en-IN" dirty="0"/>
              <a:t>AI chatbot for customer support. </a:t>
            </a:r>
          </a:p>
          <a:p>
            <a:r>
              <a:rPr lang="en-IN" dirty="0"/>
              <a:t>Order cancellation and return management.</a:t>
            </a:r>
          </a:p>
          <a:p>
            <a:endParaRPr lang="en-IN" dirty="0"/>
          </a:p>
        </p:txBody>
      </p:sp>
    </p:spTree>
    <p:extLst>
      <p:ext uri="{BB962C8B-B14F-4D97-AF65-F5344CB8AC3E}">
        <p14:creationId xmlns:p14="http://schemas.microsoft.com/office/powerpoint/2010/main" val="1007952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764F0-F6B1-314F-B1DD-4ABE25508211}"/>
              </a:ext>
            </a:extLst>
          </p:cNvPr>
          <p:cNvSpPr>
            <a:spLocks noGrp="1"/>
          </p:cNvSpPr>
          <p:nvPr>
            <p:ph type="title"/>
          </p:nvPr>
        </p:nvSpPr>
        <p:spPr>
          <a:xfrm>
            <a:off x="1305128" y="339268"/>
            <a:ext cx="10515600" cy="1325563"/>
          </a:xfrm>
        </p:spPr>
        <p:txBody>
          <a:bodyPr/>
          <a:lstStyle/>
          <a:p>
            <a:r>
              <a:rPr lang="en-IN" dirty="0"/>
              <a:t>7.2 Advantages</a:t>
            </a:r>
          </a:p>
        </p:txBody>
      </p:sp>
      <p:sp>
        <p:nvSpPr>
          <p:cNvPr id="3" name="Content Placeholder 2">
            <a:extLst>
              <a:ext uri="{FF2B5EF4-FFF2-40B4-BE49-F238E27FC236}">
                <a16:creationId xmlns:a16="http://schemas.microsoft.com/office/drawing/2014/main" id="{C1677D35-2342-C568-BBEC-018918390267}"/>
              </a:ext>
            </a:extLst>
          </p:cNvPr>
          <p:cNvSpPr>
            <a:spLocks noGrp="1"/>
          </p:cNvSpPr>
          <p:nvPr>
            <p:ph idx="1"/>
          </p:nvPr>
        </p:nvSpPr>
        <p:spPr>
          <a:xfrm>
            <a:off x="750651" y="1504612"/>
            <a:ext cx="10515600" cy="4351338"/>
          </a:xfrm>
        </p:spPr>
        <p:txBody>
          <a:bodyPr>
            <a:normAutofit fontScale="92500"/>
          </a:bodyPr>
          <a:lstStyle/>
          <a:p>
            <a:r>
              <a:rPr lang="en-IN" b="1" dirty="0"/>
              <a:t>The </a:t>
            </a:r>
            <a:r>
              <a:rPr lang="en-IN" b="1" dirty="0" err="1"/>
              <a:t>SmartCart</a:t>
            </a:r>
            <a:r>
              <a:rPr lang="en-IN" b="1" dirty="0"/>
              <a:t> system offers the following advantages:</a:t>
            </a:r>
          </a:p>
          <a:p>
            <a:r>
              <a:rPr lang="en-IN" dirty="0"/>
              <a:t>User-friendly and intuitive interface. </a:t>
            </a:r>
          </a:p>
          <a:p>
            <a:r>
              <a:rPr lang="en-IN" dirty="0"/>
              <a:t>Responsive design for desktop, tablet, and mobile devices. </a:t>
            </a:r>
          </a:p>
          <a:p>
            <a:r>
              <a:rPr lang="en-IN" dirty="0"/>
              <a:t>Faster and smoother checkout process. </a:t>
            </a:r>
          </a:p>
          <a:p>
            <a:r>
              <a:rPr lang="en-IN" dirty="0"/>
              <a:t>Budget management to prevent overspending. </a:t>
            </a:r>
          </a:p>
          <a:p>
            <a:r>
              <a:rPr lang="en-IN" dirty="0"/>
              <a:t>Price Lock feature to protect customers from sudden price changes. </a:t>
            </a:r>
          </a:p>
          <a:p>
            <a:r>
              <a:rPr lang="en-IN" dirty="0"/>
              <a:t>Product comparison for informed purchasing decisions. </a:t>
            </a:r>
          </a:p>
          <a:p>
            <a:r>
              <a:rPr lang="en-IN" dirty="0"/>
              <a:t>Family Wishlist for collaborative shopping. </a:t>
            </a:r>
          </a:p>
          <a:p>
            <a:r>
              <a:rPr lang="en-IN" dirty="0"/>
              <a:t>Group Purchase Cart for shared purchases.</a:t>
            </a:r>
          </a:p>
          <a:p>
            <a:pPr marL="0" indent="0">
              <a:buNone/>
            </a:pPr>
            <a:endParaRPr lang="en-IN" dirty="0"/>
          </a:p>
        </p:txBody>
      </p:sp>
    </p:spTree>
    <p:extLst>
      <p:ext uri="{BB962C8B-B14F-4D97-AF65-F5344CB8AC3E}">
        <p14:creationId xmlns:p14="http://schemas.microsoft.com/office/powerpoint/2010/main" val="1795413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F325-B008-A605-160C-29B5F7BBBD85}"/>
              </a:ext>
            </a:extLst>
          </p:cNvPr>
          <p:cNvSpPr>
            <a:spLocks noGrp="1"/>
          </p:cNvSpPr>
          <p:nvPr>
            <p:ph type="title"/>
          </p:nvPr>
        </p:nvSpPr>
        <p:spPr>
          <a:xfrm>
            <a:off x="1120303" y="387906"/>
            <a:ext cx="10515600" cy="1325563"/>
          </a:xfrm>
        </p:spPr>
        <p:txBody>
          <a:bodyPr/>
          <a:lstStyle/>
          <a:p>
            <a:r>
              <a:rPr lang="en-IN" dirty="0"/>
              <a:t>7.3 Limitations</a:t>
            </a:r>
          </a:p>
        </p:txBody>
      </p:sp>
      <p:sp>
        <p:nvSpPr>
          <p:cNvPr id="3" name="Content Placeholder 2">
            <a:extLst>
              <a:ext uri="{FF2B5EF4-FFF2-40B4-BE49-F238E27FC236}">
                <a16:creationId xmlns:a16="http://schemas.microsoft.com/office/drawing/2014/main" id="{B476F598-9575-1D4B-F504-10FC3D9ADF50}"/>
              </a:ext>
            </a:extLst>
          </p:cNvPr>
          <p:cNvSpPr>
            <a:spLocks noGrp="1"/>
          </p:cNvSpPr>
          <p:nvPr>
            <p:ph idx="1"/>
          </p:nvPr>
        </p:nvSpPr>
        <p:spPr>
          <a:xfrm>
            <a:off x="838200" y="1455974"/>
            <a:ext cx="10515600" cy="4351338"/>
          </a:xfrm>
        </p:spPr>
        <p:txBody>
          <a:bodyPr>
            <a:normAutofit fontScale="92500" lnSpcReduction="10000"/>
          </a:bodyPr>
          <a:lstStyle/>
          <a:p>
            <a:r>
              <a:rPr lang="en-IN" b="1" dirty="0"/>
              <a:t>Although the project achieves its objectives, it has a few limitations:</a:t>
            </a:r>
          </a:p>
          <a:p>
            <a:r>
              <a:rPr lang="en-IN" dirty="0"/>
              <a:t>No real payment gateway integration. </a:t>
            </a:r>
          </a:p>
          <a:p>
            <a:r>
              <a:rPr lang="en-IN" dirty="0"/>
              <a:t>Limited to frontend implementation (unless backend is integrated). </a:t>
            </a:r>
          </a:p>
          <a:p>
            <a:r>
              <a:rPr lang="en-IN" dirty="0"/>
              <a:t>Product data is stored locally or in a demo database. </a:t>
            </a:r>
          </a:p>
          <a:p>
            <a:r>
              <a:rPr lang="en-IN" dirty="0"/>
              <a:t>AI recommendations are based on predefined logic. </a:t>
            </a:r>
          </a:p>
          <a:p>
            <a:r>
              <a:rPr lang="en-IN" dirty="0"/>
              <a:t>No real-time inventory synchronization. </a:t>
            </a:r>
          </a:p>
          <a:p>
            <a:r>
              <a:rPr lang="en-IN" dirty="0"/>
              <a:t>Limited admin functionalities. </a:t>
            </a:r>
          </a:p>
          <a:p>
            <a:r>
              <a:rPr lang="en-IN" dirty="0"/>
              <a:t>Does not support international shipping or currency conversion. </a:t>
            </a:r>
          </a:p>
          <a:p>
            <a:r>
              <a:rPr lang="en-IN" dirty="0"/>
              <a:t>These limitations can be addressed in future versions of the project.</a:t>
            </a:r>
          </a:p>
          <a:p>
            <a:endParaRPr lang="en-IN" dirty="0"/>
          </a:p>
        </p:txBody>
      </p:sp>
    </p:spTree>
    <p:extLst>
      <p:ext uri="{BB962C8B-B14F-4D97-AF65-F5344CB8AC3E}">
        <p14:creationId xmlns:p14="http://schemas.microsoft.com/office/powerpoint/2010/main" val="2780084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02DC1-6161-F58D-48ED-920CAA6A7DD1}"/>
              </a:ext>
            </a:extLst>
          </p:cNvPr>
          <p:cNvSpPr>
            <a:spLocks noGrp="1"/>
          </p:cNvSpPr>
          <p:nvPr>
            <p:ph type="title"/>
          </p:nvPr>
        </p:nvSpPr>
        <p:spPr/>
        <p:txBody>
          <a:bodyPr/>
          <a:lstStyle/>
          <a:p>
            <a:r>
              <a:rPr lang="en-IN" dirty="0"/>
              <a:t>7.4 Learning Outcomes</a:t>
            </a:r>
          </a:p>
        </p:txBody>
      </p:sp>
      <p:sp>
        <p:nvSpPr>
          <p:cNvPr id="3" name="Content Placeholder 2">
            <a:extLst>
              <a:ext uri="{FF2B5EF4-FFF2-40B4-BE49-F238E27FC236}">
                <a16:creationId xmlns:a16="http://schemas.microsoft.com/office/drawing/2014/main" id="{BD91E2D0-310A-7956-46E8-0E5B574AF93D}"/>
              </a:ext>
            </a:extLst>
          </p:cNvPr>
          <p:cNvSpPr>
            <a:spLocks noGrp="1"/>
          </p:cNvSpPr>
          <p:nvPr>
            <p:ph idx="1"/>
          </p:nvPr>
        </p:nvSpPr>
        <p:spPr>
          <a:xfrm>
            <a:off x="760378" y="1465701"/>
            <a:ext cx="10903085" cy="4721089"/>
          </a:xfrm>
        </p:spPr>
        <p:txBody>
          <a:bodyPr>
            <a:normAutofit fontScale="85000" lnSpcReduction="20000"/>
          </a:bodyPr>
          <a:lstStyle/>
          <a:p>
            <a:r>
              <a:rPr lang="en-IN" b="1" dirty="0"/>
              <a:t>During the development of this project, the following skills and concepts were learned:</a:t>
            </a:r>
          </a:p>
          <a:p>
            <a:r>
              <a:rPr lang="en-IN" dirty="0"/>
              <a:t>React.js component-based development. </a:t>
            </a:r>
          </a:p>
          <a:p>
            <a:r>
              <a:rPr lang="en-IN" dirty="0"/>
              <a:t>HTML5 and CSS3 for responsive web design. </a:t>
            </a:r>
          </a:p>
          <a:p>
            <a:r>
              <a:rPr lang="en-IN" dirty="0"/>
              <a:t>JavaScript for interactive functionality. </a:t>
            </a:r>
          </a:p>
          <a:p>
            <a:r>
              <a:rPr lang="en-IN" dirty="0"/>
              <a:t>State management using React Context API. </a:t>
            </a:r>
          </a:p>
          <a:p>
            <a:r>
              <a:rPr lang="en-IN" dirty="0"/>
              <a:t>Routing using React Router. </a:t>
            </a:r>
          </a:p>
          <a:p>
            <a:r>
              <a:rPr lang="en-IN" dirty="0"/>
              <a:t>Local Storage for data persistence. </a:t>
            </a:r>
          </a:p>
          <a:p>
            <a:r>
              <a:rPr lang="en-IN" dirty="0"/>
              <a:t>UI/UX design principles. </a:t>
            </a:r>
          </a:p>
          <a:p>
            <a:r>
              <a:rPr lang="en-IN" dirty="0"/>
              <a:t>Modular software development. </a:t>
            </a:r>
          </a:p>
          <a:p>
            <a:r>
              <a:rPr lang="en-IN" dirty="0"/>
              <a:t>Testing and debugging techniques. </a:t>
            </a:r>
          </a:p>
          <a:p>
            <a:r>
              <a:rPr lang="en-IN" dirty="0"/>
              <a:t>Project documentation and report preparation.</a:t>
            </a:r>
          </a:p>
          <a:p>
            <a:endParaRPr lang="en-IN" dirty="0"/>
          </a:p>
        </p:txBody>
      </p:sp>
    </p:spTree>
    <p:extLst>
      <p:ext uri="{BB962C8B-B14F-4D97-AF65-F5344CB8AC3E}">
        <p14:creationId xmlns:p14="http://schemas.microsoft.com/office/powerpoint/2010/main" val="2213543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BC7FF-2341-68B2-7B91-911FF944AF8B}"/>
              </a:ext>
            </a:extLst>
          </p:cNvPr>
          <p:cNvSpPr>
            <a:spLocks noGrp="1"/>
          </p:cNvSpPr>
          <p:nvPr>
            <p:ph type="title"/>
          </p:nvPr>
        </p:nvSpPr>
        <p:spPr/>
        <p:txBody>
          <a:bodyPr/>
          <a:lstStyle/>
          <a:p>
            <a:r>
              <a:rPr lang="en-IN" dirty="0"/>
              <a:t>7.5 References</a:t>
            </a:r>
          </a:p>
        </p:txBody>
      </p:sp>
      <p:sp>
        <p:nvSpPr>
          <p:cNvPr id="3" name="Content Placeholder 2">
            <a:extLst>
              <a:ext uri="{FF2B5EF4-FFF2-40B4-BE49-F238E27FC236}">
                <a16:creationId xmlns:a16="http://schemas.microsoft.com/office/drawing/2014/main" id="{00BE277E-2EB9-E015-F7EB-1A57ABB9D497}"/>
              </a:ext>
            </a:extLst>
          </p:cNvPr>
          <p:cNvSpPr>
            <a:spLocks noGrp="1"/>
          </p:cNvSpPr>
          <p:nvPr>
            <p:ph idx="1"/>
          </p:nvPr>
        </p:nvSpPr>
        <p:spPr>
          <a:xfrm>
            <a:off x="614464" y="1397608"/>
            <a:ext cx="10515600" cy="4351338"/>
          </a:xfrm>
        </p:spPr>
        <p:txBody>
          <a:bodyPr>
            <a:normAutofit fontScale="92500" lnSpcReduction="20000"/>
          </a:bodyPr>
          <a:lstStyle/>
          <a:p>
            <a:r>
              <a:rPr lang="en-IN" dirty="0"/>
              <a:t>React.js Official Documentation – </a:t>
            </a:r>
            <a:r>
              <a:rPr lang="en-IN" dirty="0">
                <a:hlinkClick r:id="rId2"/>
              </a:rPr>
              <a:t>https://react.dev/</a:t>
            </a:r>
            <a:r>
              <a:rPr lang="en-IN" dirty="0"/>
              <a:t> </a:t>
            </a:r>
          </a:p>
          <a:p>
            <a:r>
              <a:rPr lang="en-IN" dirty="0"/>
              <a:t>MDN Web Docs – </a:t>
            </a:r>
            <a:r>
              <a:rPr lang="en-IN" dirty="0">
                <a:hlinkClick r:id="rId3"/>
              </a:rPr>
              <a:t>https://developer.mozilla.org/</a:t>
            </a:r>
            <a:r>
              <a:rPr lang="en-IN" dirty="0"/>
              <a:t> </a:t>
            </a:r>
          </a:p>
          <a:p>
            <a:r>
              <a:rPr lang="en-IN" dirty="0"/>
              <a:t>JavaScript.info – </a:t>
            </a:r>
            <a:r>
              <a:rPr lang="en-IN" dirty="0">
                <a:hlinkClick r:id="rId4"/>
              </a:rPr>
              <a:t>https://javascript.info/</a:t>
            </a:r>
            <a:r>
              <a:rPr lang="en-IN" dirty="0"/>
              <a:t> </a:t>
            </a:r>
          </a:p>
          <a:p>
            <a:r>
              <a:rPr lang="en-IN" dirty="0"/>
              <a:t>W3Schools – </a:t>
            </a:r>
            <a:r>
              <a:rPr lang="en-IN" dirty="0">
                <a:hlinkClick r:id="rId5"/>
              </a:rPr>
              <a:t>https://www.w3schools.com/</a:t>
            </a:r>
            <a:r>
              <a:rPr lang="en-IN" dirty="0"/>
              <a:t> </a:t>
            </a:r>
          </a:p>
          <a:p>
            <a:r>
              <a:rPr lang="en-IN" dirty="0"/>
              <a:t>HTML5 Specification – </a:t>
            </a:r>
            <a:r>
              <a:rPr lang="en-IN" dirty="0">
                <a:hlinkClick r:id="rId6"/>
              </a:rPr>
              <a:t>https://html.spec.whatwg.org/</a:t>
            </a:r>
            <a:r>
              <a:rPr lang="en-IN" dirty="0"/>
              <a:t> </a:t>
            </a:r>
          </a:p>
          <a:p>
            <a:r>
              <a:rPr lang="en-IN" dirty="0"/>
              <a:t>CSS Documentation – </a:t>
            </a:r>
            <a:r>
              <a:rPr lang="en-IN" dirty="0">
                <a:hlinkClick r:id="rId7"/>
              </a:rPr>
              <a:t>https://developer.mozilla.org/docs/Web/CSS</a:t>
            </a:r>
            <a:r>
              <a:rPr lang="en-IN" dirty="0"/>
              <a:t> </a:t>
            </a:r>
          </a:p>
          <a:p>
            <a:r>
              <a:rPr lang="en-IN" dirty="0"/>
              <a:t>React Router Documentation – </a:t>
            </a:r>
            <a:r>
              <a:rPr lang="en-IN" dirty="0">
                <a:hlinkClick r:id="rId8"/>
              </a:rPr>
              <a:t>https://reactrouter.com/</a:t>
            </a:r>
            <a:r>
              <a:rPr lang="en-IN" dirty="0"/>
              <a:t> </a:t>
            </a:r>
          </a:p>
          <a:p>
            <a:r>
              <a:rPr lang="en-IN" dirty="0"/>
              <a:t>Vite Documentation – </a:t>
            </a:r>
            <a:r>
              <a:rPr lang="en-IN" dirty="0">
                <a:hlinkClick r:id="rId9"/>
              </a:rPr>
              <a:t>https://vitejs.dev/</a:t>
            </a:r>
            <a:r>
              <a:rPr lang="en-IN" dirty="0"/>
              <a:t> </a:t>
            </a:r>
          </a:p>
          <a:p>
            <a:r>
              <a:rPr lang="en-IN" dirty="0"/>
              <a:t>Node.js Documentation – </a:t>
            </a:r>
            <a:r>
              <a:rPr lang="en-IN" dirty="0">
                <a:hlinkClick r:id="rId10"/>
              </a:rPr>
              <a:t>https://nodejs.org/</a:t>
            </a:r>
            <a:r>
              <a:rPr lang="en-IN" dirty="0"/>
              <a:t> </a:t>
            </a:r>
          </a:p>
          <a:p>
            <a:r>
              <a:rPr lang="en-IN" dirty="0"/>
              <a:t>MongoDB Documentation – </a:t>
            </a:r>
            <a:r>
              <a:rPr lang="en-IN" dirty="0">
                <a:hlinkClick r:id="rId11"/>
              </a:rPr>
              <a:t>https://www.mongodb.com/docs/</a:t>
            </a:r>
            <a:endParaRPr lang="en-IN" dirty="0"/>
          </a:p>
          <a:p>
            <a:endParaRPr lang="en-IN" dirty="0"/>
          </a:p>
        </p:txBody>
      </p:sp>
    </p:spTree>
    <p:extLst>
      <p:ext uri="{BB962C8B-B14F-4D97-AF65-F5344CB8AC3E}">
        <p14:creationId xmlns:p14="http://schemas.microsoft.com/office/powerpoint/2010/main" val="2715002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8D732-F7C8-712E-EE63-3D9089F41DEB}"/>
              </a:ext>
            </a:extLst>
          </p:cNvPr>
          <p:cNvSpPr>
            <a:spLocks noGrp="1"/>
          </p:cNvSpPr>
          <p:nvPr>
            <p:ph type="title"/>
          </p:nvPr>
        </p:nvSpPr>
        <p:spPr/>
        <p:txBody>
          <a:bodyPr/>
          <a:lstStyle/>
          <a:p>
            <a:r>
              <a:rPr lang="en-IN" dirty="0"/>
              <a:t>Final Summary</a:t>
            </a:r>
          </a:p>
        </p:txBody>
      </p:sp>
      <p:sp>
        <p:nvSpPr>
          <p:cNvPr id="3" name="Content Placeholder 2">
            <a:extLst>
              <a:ext uri="{FF2B5EF4-FFF2-40B4-BE49-F238E27FC236}">
                <a16:creationId xmlns:a16="http://schemas.microsoft.com/office/drawing/2014/main" id="{4ADABB42-FB55-E052-C34D-96DA8DF9271E}"/>
              </a:ext>
            </a:extLst>
          </p:cNvPr>
          <p:cNvSpPr>
            <a:spLocks noGrp="1"/>
          </p:cNvSpPr>
          <p:nvPr>
            <p:ph idx="1"/>
          </p:nvPr>
        </p:nvSpPr>
        <p:spPr>
          <a:xfrm>
            <a:off x="536642" y="1543523"/>
            <a:ext cx="10515600" cy="4351338"/>
          </a:xfrm>
        </p:spPr>
        <p:txBody>
          <a:bodyPr/>
          <a:lstStyle/>
          <a:p>
            <a:r>
              <a:rPr lang="en-IN" dirty="0"/>
              <a:t>The </a:t>
            </a:r>
            <a:r>
              <a:rPr lang="en-IN" b="1" dirty="0" err="1"/>
              <a:t>SmartCart</a:t>
            </a:r>
            <a:r>
              <a:rPr lang="en-IN" b="1" dirty="0"/>
              <a:t> – Shopping Cart and Checkout Flow</a:t>
            </a:r>
            <a:r>
              <a:rPr lang="en-IN" dirty="0"/>
              <a:t> : project successfully demonstrates the development of a modern e-commerce frontend with intelligent shopping features. By integrating innovative functionalities such as Smart Budget Cart, Group Purchase Cart, Price Lock, Family Wishlist, Product Comparison, Flash Deals, Smart Buy Recommendations, and Order Tracking, the application delivers a more efficient, convenient, and personalized shopping experience. The project serves as a strong foundation for building a complete enterprise-level e-commerce platform with advanced AI, payment, and cloud-based capabilities in the future.</a:t>
            </a:r>
          </a:p>
        </p:txBody>
      </p:sp>
    </p:spTree>
    <p:extLst>
      <p:ext uri="{BB962C8B-B14F-4D97-AF65-F5344CB8AC3E}">
        <p14:creationId xmlns:p14="http://schemas.microsoft.com/office/powerpoint/2010/main" val="2378791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2114</Words>
  <Application>Microsoft Office PowerPoint</Application>
  <PresentationFormat>Widescreen</PresentationFormat>
  <Paragraphs>175</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PowerPoint Presentation</vt:lpstr>
      <vt:lpstr>PowerPoint Presentation</vt:lpstr>
      <vt:lpstr>PowerPoint Presentation</vt:lpstr>
      <vt:lpstr>Acknowledgment </vt:lpstr>
      <vt:lpstr>Abstract </vt:lpstr>
      <vt:lpstr>CHAPTER 1: INTRODUCTION</vt:lpstr>
      <vt:lpstr>PowerPoint Presentation</vt:lpstr>
      <vt:lpstr>PowerPoint Presentation</vt:lpstr>
      <vt:lpstr> CHAPTER 2: PROBLEM DESCRIPTION </vt:lpstr>
      <vt:lpstr>2.2 Key Problems Addressed </vt:lpstr>
      <vt:lpstr>2.3 Advantages of the Proposed Features</vt:lpstr>
      <vt:lpstr>CHAPTER 3: SYSTEM FEATURES</vt:lpstr>
      <vt:lpstr>3.2 Shopping Cart Module</vt:lpstr>
      <vt:lpstr>PowerPoint Presentation</vt:lpstr>
      <vt:lpstr>3.3 Wishlist Module</vt:lpstr>
      <vt:lpstr>CHAPTER 4: MODULES IMPLEMENTED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CHAPTER 6: SYSTEM ARCHITECTURE</vt:lpstr>
      <vt:lpstr>PowerPoint Presentation</vt:lpstr>
      <vt:lpstr>Technologies Used</vt:lpstr>
      <vt:lpstr>Advantages of the Architecture</vt:lpstr>
      <vt:lpstr>CHAPTER 7: CONCLUSION AND FUTURE SCOPE</vt:lpstr>
      <vt:lpstr>PowerPoint Presentation</vt:lpstr>
      <vt:lpstr>7.1 Future Scope</vt:lpstr>
      <vt:lpstr>7.2 Advantages</vt:lpstr>
      <vt:lpstr>7.3 Limitations</vt:lpstr>
      <vt:lpstr>7.4 Learning Outcomes</vt:lpstr>
      <vt:lpstr>7.5 References</vt:lpstr>
      <vt:lpstr>Final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Dhanush Chandra</dc:creator>
  <cp:lastModifiedBy>Dhanush Chandra</cp:lastModifiedBy>
  <cp:revision>1</cp:revision>
  <dcterms:created xsi:type="dcterms:W3CDTF">2026-07-02T12:41:03Z</dcterms:created>
  <dcterms:modified xsi:type="dcterms:W3CDTF">2026-07-02T14:09:14Z</dcterms:modified>
</cp:coreProperties>
</file>