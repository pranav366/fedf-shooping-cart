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86" r:id="rId3"/>
    <p:sldId id="260" r:id="rId4"/>
    <p:sldId id="278" r:id="rId5"/>
    <p:sldId id="257" r:id="rId6"/>
    <p:sldId id="321" r:id="rId7"/>
    <p:sldId id="326" r:id="rId8"/>
    <p:sldId id="322" r:id="rId9"/>
    <p:sldId id="323" r:id="rId10"/>
    <p:sldId id="324" r:id="rId11"/>
    <p:sldId id="277" r:id="rId12"/>
    <p:sldId id="320" r:id="rId13"/>
    <p:sldId id="327" r:id="rId1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75" d="100"/>
          <a:sy n="75" d="100"/>
        </p:scale>
        <p:origin x="1594" y="1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578FE-A624-4D92-B093-82C1BFA47D1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2A2A7-8E58-4AA3-854C-AFDBFBEC253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hyperlink" Target="http://www.klh.edu.in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201361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b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 Meeting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Shopping Cart &amp; Checkout Flow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366277"/>
            <a:ext cx="8458200" cy="2895600"/>
          </a:xfrm>
        </p:spPr>
        <p:txBody>
          <a:bodyPr>
            <a:normAutofit fontScale="40000" lnSpcReduction="20000"/>
          </a:bodyPr>
          <a:lstStyle/>
          <a:p>
            <a:pPr marR="0" algn="ctr" eaLnBrk="1" hangingPunct="1">
              <a:lnSpc>
                <a:spcPct val="80000"/>
              </a:lnSpc>
              <a:defRPr/>
            </a:pPr>
            <a:endParaRPr lang="en-US" sz="2000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US" sz="2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3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Dhanush     roll: 2520030014</a:t>
            </a:r>
            <a:endParaRPr lang="en-US" sz="3300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3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Pranav        roll:2520030555</a:t>
            </a:r>
            <a:endParaRPr lang="en-US" sz="3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Number: 26</a:t>
            </a:r>
            <a:endParaRPr lang="en-US" sz="3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3300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13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GB" sz="33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 the guidance of </a:t>
            </a:r>
            <a:endParaRPr lang="en-GB" sz="3300" b="1" i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400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P. Srilatha</a:t>
            </a:r>
            <a:endParaRPr lang="en-US" sz="3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 </a:t>
            </a:r>
            <a:endParaRPr lang="en-US" sz="3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US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eaLnBrk="1" hangingPunct="1">
              <a:lnSpc>
                <a:spcPct val="80000"/>
              </a:lnSpc>
              <a:defRPr/>
            </a:pPr>
            <a:r>
              <a:rPr lang="en-US" sz="24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</a:t>
            </a:r>
            <a:r>
              <a:rPr lang="en-US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endParaRPr lang="en-US" sz="2400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9155" y="5257800"/>
            <a:ext cx="9144000" cy="1365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1555"/>
              </a:spcBef>
              <a:spcAft>
                <a:spcPts val="800"/>
              </a:spcAft>
            </a:pPr>
            <a:r>
              <a:rPr lang="en-GB" sz="2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Koneru </a:t>
            </a:r>
            <a:r>
              <a:rPr lang="en-GB" sz="28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Lakshmaiah</a:t>
            </a:r>
            <a:r>
              <a:rPr lang="en-GB" sz="2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Education Foundation</a:t>
            </a:r>
            <a:b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(Deemed to be University </a:t>
            </a:r>
            <a:r>
              <a:rPr lang="en-GB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u/s. 3 of the UGC Act, 1956)</a:t>
            </a:r>
            <a:b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Off-Campus: </a:t>
            </a:r>
            <a:r>
              <a:rPr lang="en-GB" sz="16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Bachupally-Gandimaisamma</a:t>
            </a: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Road, </a:t>
            </a:r>
            <a:r>
              <a:rPr lang="en-GB" sz="16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Bowrampet</a:t>
            </a: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Hyderabad, Telangana - 500 043.</a:t>
            </a:r>
            <a:b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Phone No: 7815926816, </a:t>
            </a:r>
            <a:r>
              <a:rPr lang="en-GB" sz="1600" b="1" u="sng" kern="10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www.klh.edu.in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014" y="3969193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6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 of the Presentation</a:t>
            </a:r>
            <a:endParaRPr 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1"/>
            <a:ext cx="8839200" cy="467836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Flow Diagram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with Justification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Modules[Frontend web pages]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 of the Proposed Work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447800" cy="6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28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417639"/>
            <a:ext cx="8229600" cy="4708526"/>
          </a:xfrm>
        </p:spPr>
        <p:txBody>
          <a:bodyPr>
            <a:normAutofit/>
          </a:bodyPr>
          <a:lstStyle/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 solid implementation of a multi-step Shopping Cart and Checkout Flow in the React and Node.js ecosystem. The system uses Context API to hold the global state and allows data persistence across a 10-module journey involving dynamic cart updates, validated address forms, and a back end driven coupon engine. The architecture is built to deliver a smooth user experience, with tight data synchronization from product selection to the final order confirmation.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back end is built using Express.js, which enables the centralization of important logic, such as price calculations and discount validation, to prevent client-side manipulation and to maintain financial integrity. The system uses Axios for API calls and LocalStorage for session persistence, and provides an overview of the order lifecycle. This project is a scalable template for modern high-stakes transactional workflows.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524000" cy="6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 robust, scalable e-commerce solution featuring a comprehensive multi-step checkout flow built with React and Node.js. Powered by the Context API and LocalStorage, it ensures seamless data persistence and dynamic cart updates across a 10-module user journey.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Express.js backend centralizes critical price calculations and coupon validation, preventing client-side manipulation to maintain financial integrity. Driven by Axios for secure API communication, this architecture delivers a synchronized order lifecycle, serving as a production-ready template for modern, high-stakes transactional workflows.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447800" cy="60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altLang="en-US" sz="2570">
                <a:latin typeface="Times New Roman" panose="02020603050405020304" pitchFamily="18" charset="0"/>
                <a:cs typeface="Times New Roman" panose="02020603050405020304" pitchFamily="18" charset="0"/>
              </a:rPr>
              <a:t>Modern e-commerce platforms often struggle with fragmented user experiences and security vulnerabilities during the checkout process. Client-side state management frequently leads to data loss during multi-step journeys, resulting in high cart abandonment rates. Furthermore, relying on the frontend for price calculations and discount validation exposes applications to malicious manipulation, compromising financial integrity.</a:t>
            </a:r>
            <a:endParaRPr lang="en-US" altLang="en-US" sz="257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57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57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critical need for a scalable, highly synchronized checkout architecture that ensures seamless data persistence across complex user flows while centralizing sensitive business logic on the backend to guarantee secure, tamper-proof transactions.</a:t>
            </a:r>
            <a:endParaRPr lang="en-US" altLang="en-US" sz="257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371600" cy="60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Flow Diagram</a:t>
            </a:r>
            <a:endParaRPr 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gemini pic fedf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618615"/>
            <a:ext cx="8229600" cy="448881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7795"/>
            <a:ext cx="1447800" cy="60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48600" cy="1143000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with Justification</a:t>
            </a:r>
            <a:b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295400"/>
            <a:ext cx="8452485" cy="5483225"/>
          </a:xfrm>
        </p:spPr>
        <p:txBody>
          <a:bodyPr>
            <a:noAutofit/>
          </a:bodyPr>
          <a:lstStyle/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Pricing &amp; Revenue Protection:</a:t>
            </a: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price calculations and coupon validations are handled on the Express.js backend to prevent client-side tampering and guarantee financial integrity.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Persistent User Data:</a:t>
            </a: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Context API and LocalStorage save user progress across the 10-module journey, ensuring cart and address details aren't lost during page refreshes, reducing checkout abandonment.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Data Synchronization:</a:t>
            </a: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Axios manages real-time, asynchronous updates between the frontend and backend, providing users with immediate feedback on dynamic totals without disrupting the flow with full page reloads.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&amp; Scalable Design:</a:t>
            </a: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entire checkout system is broken down into independent, reusable React components, simplifying debugging and allowing future features or payment methods to be added effortlessly.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Lifecycle Tracking:</a:t>
            </a: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monitors the entire order journey from product selection to final confirmation, making it easy to log system errors and pinpoint exactly where users drop off.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295400" cy="6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274638"/>
            <a:ext cx="7467600" cy="94456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[Frontend web pages]</a:t>
            </a:r>
            <a:endParaRPr 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Product Selection &amp; Dynamic Cart:</a:t>
            </a:r>
            <a:endParaRPr lang="en-US" alt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entry point where users browse products and add items to a dynamic cart page that instantly updates totals and persists data across refreshes using Context API.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User Gateway &amp; Shipping Details:</a:t>
            </a:r>
            <a:endParaRPr lang="en-US" alt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seamless transition page handling User Sign-In or Guest Checkout, immediately followed by a fully validated Shipping Address form to capture delivery details.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Shipping &amp; Coupon Validation:</a:t>
            </a:r>
            <a:endParaRPr lang="en-US" alt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dynamic interface where users select shipping speeds and input promo codes, sending real-time requests via Axios to the backend for secure cost and discount calculations.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Order Review &amp; Secure Payment:</a:t>
            </a:r>
            <a:endParaRPr lang="en-US" alt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final itemized summary page for users to verify their complete breakdown (taxes, shipping, discounts) before entering details into a secure, tokenized payment interface.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Processing &amp; Order Confirmation:</a:t>
            </a:r>
            <a:endParaRPr lang="en-US" alt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state-driven loading screen that prevents double-submitting while the backend finalizes the transaction, leading to a final receipt page with a unique order ID and tracking details.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639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7162800" cy="868362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 of the Proposed Work</a:t>
            </a:r>
            <a:b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4983164"/>
          </a:xfrm>
        </p:spPr>
        <p:txBody>
          <a:bodyPr>
            <a:noAutofit/>
          </a:bodyPr>
          <a:lstStyle/>
          <a:p>
            <a:r>
              <a:rPr lang="en-US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Flawless Financial Integrity:</a:t>
            </a:r>
            <a:endParaRPr lang="en-US" alt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all logic to the Express.js backend eliminates frontend vulnerabilities, ensuring 100% accurate, tamper-proof price calculations and coupon validations.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Zero Checkout Data Loss:</a:t>
            </a:r>
            <a:endParaRPr lang="en-US" alt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Context API and LocalStorage preserves user progress and cart items across all steps, eliminating frustration from accidental page refreshes and lowering abandonment rates.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Instant, Lag-Free Responsiveness:</a:t>
            </a:r>
            <a:endParaRPr lang="en-US" alt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Axios-driven communication ensures real-time updates for totals, shipping costs, and discounts, delivering a highly responsive, app-like shopping experience without full-page reloads.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Production-Ready, Scalable Code:</a:t>
            </a:r>
            <a:endParaRPr lang="en-US" alt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modular, componentized architecture provides a clean, maintainable template that allows developers to debug easily and plug in future features like new payment gateways effortlessly.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Clear User Journey Visibility:</a:t>
            </a:r>
            <a:endParaRPr lang="en-US" alt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tracking delivers a reliable audit trail for every transaction, making it easy to monitor system performance and pinpoint exactly where users drop off.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74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28600"/>
            <a:ext cx="7696200" cy="6858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  <a:endParaRPr lang="en-IN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050925"/>
            <a:ext cx="8229600" cy="5075239"/>
          </a:xfrm>
        </p:spPr>
        <p:txBody>
          <a:bodyPr>
            <a:normAutofit lnSpcReduction="10000"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delivers a secure, high-performance checkout system by separating frontend user experience from backend business logic. Utilizing React and Express.js, the architecture guarantees a seamless, data-persistent user journey while maintaining total financial integrity. It stands as a robust, scalable template ready for modern, high-stakes e-commerce applications.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 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Payment Integration: Connect actual payment gateways like Stripe or PayPal to handle real money securely.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AI Discounts: Use basic AI to suggest personalized coupon codes and extra product add-ons at checkout.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Address Checking: Add tools like Google Maps to auto-fill and verify shipping addresses instantly.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Analytics Dashboard: Create a simple tracking dashboard so store owners can see exactly where users drop off and quit the checkout.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639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endParaRPr 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IN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Some References: </a:t>
            </a:r>
            <a:endParaRPr lang="en-US" altLang="en-IN" sz="1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Flanagan, D. (2020). JavaScript: The Definitive Guide. O'Reilly Media.</a:t>
            </a:r>
            <a:endParaRPr lang="en-US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Relevance: Explains client-side data persistence storage patterns (LocalStorage) and asynchronous data fetching architecture via APIs.</a:t>
            </a:r>
            <a:endParaRPr lang="en-US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Banks, A., &amp; Porcello, E. (2020). Learning React: Modern Patterns for Developing React Apps. O'Reilly Media.</a:t>
            </a:r>
            <a:endParaRPr lang="en-US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Relevance: Covers global state management using the React Context API, modular component design, and handling complex multi-step user interfaces.</a:t>
            </a:r>
            <a:endParaRPr lang="en-US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*Node.js &amp; Express.js Documentation (Official).</a:t>
            </a:r>
            <a:endParaRPr lang="en-US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Relevance: Serves as the primary reference for building secure, server-side validation layers, managing route structures, and preventing client-side data manipulation in transactional workflows.</a:t>
            </a:r>
            <a:endParaRPr lang="en-US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447800" cy="639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7855" y="2774216"/>
            <a:ext cx="560828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7855</Words>
  <Application>WPS Presentation</Application>
  <PresentationFormat>On-screen Show (4:3)</PresentationFormat>
  <Paragraphs>119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Times New Roman</vt:lpstr>
      <vt:lpstr>Aptos</vt:lpstr>
      <vt:lpstr>Segoe UI</vt:lpstr>
      <vt:lpstr>Microsoft YaHei</vt:lpstr>
      <vt:lpstr>Arial Unicode MS</vt:lpstr>
      <vt:lpstr>Calibri</vt:lpstr>
      <vt:lpstr>Office Theme</vt:lpstr>
      <vt:lpstr> A Project Review Meeting    on  Project Title </vt:lpstr>
      <vt:lpstr>Outline of the Presentation</vt:lpstr>
      <vt:lpstr>Abstract</vt:lpstr>
      <vt:lpstr>Introduction</vt:lpstr>
      <vt:lpstr>Problem Statement </vt:lpstr>
      <vt:lpstr>Project Flow Diagram</vt:lpstr>
      <vt:lpstr>Objectives with Justification </vt:lpstr>
      <vt:lpstr>Modules [Frontend web pages]</vt:lpstr>
      <vt:lpstr>Expected Outcomes of the Proposed Work </vt:lpstr>
      <vt:lpstr>Conclusion and Future Scope</vt:lpstr>
      <vt:lpstr>References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</dc:title>
  <dc:creator>subbu</dc:creator>
  <cp:lastModifiedBy>Pranav Chowdary</cp:lastModifiedBy>
  <cp:revision>198</cp:revision>
  <dcterms:created xsi:type="dcterms:W3CDTF">2006-08-16T00:00:00Z</dcterms:created>
  <dcterms:modified xsi:type="dcterms:W3CDTF">2026-06-03T15:55:01Z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903AD09F8005459E848505D862C73A23_12</vt:lpwstr>
  </property>
</Properties>
</file>